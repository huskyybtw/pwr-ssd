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57" r:id="rId3"/>
    <p:sldId id="258" r:id="rId4"/>
    <p:sldId id="264" r:id="rId5"/>
    <p:sldId id="266" r:id="rId6"/>
    <p:sldId id="267" r:id="rId7"/>
    <p:sldId id="268" r:id="rId8"/>
    <p:sldId id="271" r:id="rId9"/>
    <p:sldId id="273" r:id="rId10"/>
    <p:sldId id="274" r:id="rId11"/>
    <p:sldId id="260" r:id="rId12"/>
    <p:sldId id="265" r:id="rId13"/>
    <p:sldId id="262" r:id="rId14"/>
    <p:sldId id="272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D5D70-8029-472C-BF2A-EC2B946A9E15}" v="261" dt="2026-05-26T22:47:00.346"/>
    <p1510:client id="{9F1E6A36-8742-9993-EB2C-2C91C20B4E15}" v="369" dt="2026-05-26T23:31:29.145"/>
    <p1510:client id="{DC0DDFDD-C2D0-F906-F561-D5087917F119}" v="61" dt="2026-05-26T20:16:52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z Bazan (268856)" userId="021bcbe5-e36f-42b8-a1ca-7b78a5a72c71" providerId="ADAL" clId="{BC0CCDB8-291C-4DF6-AA51-9E5D0036B976}"/>
    <pc:docChg chg="undo custSel addSld delSld modSld sldOrd">
      <pc:chgData name="Tobiasz Bazan (268856)" userId="021bcbe5-e36f-42b8-a1ca-7b78a5a72c71" providerId="ADAL" clId="{BC0CCDB8-291C-4DF6-AA51-9E5D0036B976}" dt="2026-05-26T22:47:00.346" v="315" actId="1076"/>
      <pc:docMkLst>
        <pc:docMk/>
      </pc:docMkLst>
      <pc:sldChg chg="modSp mod">
        <pc:chgData name="Tobiasz Bazan (268856)" userId="021bcbe5-e36f-42b8-a1ca-7b78a5a72c71" providerId="ADAL" clId="{BC0CCDB8-291C-4DF6-AA51-9E5D0036B976}" dt="2026-05-26T21:38:34.883" v="52" actId="20577"/>
        <pc:sldMkLst>
          <pc:docMk/>
          <pc:sldMk cId="4067913483" sldId="257"/>
        </pc:sldMkLst>
        <pc:spChg chg="mod">
          <ac:chgData name="Tobiasz Bazan (268856)" userId="021bcbe5-e36f-42b8-a1ca-7b78a5a72c71" providerId="ADAL" clId="{BC0CCDB8-291C-4DF6-AA51-9E5D0036B976}" dt="2026-05-26T21:38:34.883" v="52" actId="20577"/>
          <ac:spMkLst>
            <pc:docMk/>
            <pc:sldMk cId="4067913483" sldId="257"/>
            <ac:spMk id="3" creationId="{F5705C29-0D94-6D7C-4C6A-62BDC81EE585}"/>
          </ac:spMkLst>
        </pc:spChg>
      </pc:sldChg>
      <pc:sldChg chg="addSp delSp modSp mod setBg setClrOvrMap">
        <pc:chgData name="Tobiasz Bazan (268856)" userId="021bcbe5-e36f-42b8-a1ca-7b78a5a72c71" providerId="ADAL" clId="{BC0CCDB8-291C-4DF6-AA51-9E5D0036B976}" dt="2026-05-26T22:25:49.611" v="180" actId="1076"/>
        <pc:sldMkLst>
          <pc:docMk/>
          <pc:sldMk cId="48669727" sldId="258"/>
        </pc:sldMkLst>
        <pc:spChg chg="mod ord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2" creationId="{29B3AD46-4829-32A2-608D-6355B2223417}"/>
          </ac:spMkLst>
        </pc:spChg>
        <pc:spChg chg="del">
          <ac:chgData name="Tobiasz Bazan (268856)" userId="021bcbe5-e36f-42b8-a1ca-7b78a5a72c71" providerId="ADAL" clId="{BC0CCDB8-291C-4DF6-AA51-9E5D0036B976}" dt="2026-05-26T21:01:16.623" v="11"/>
          <ac:spMkLst>
            <pc:docMk/>
            <pc:sldMk cId="48669727" sldId="258"/>
            <ac:spMk id="3" creationId="{E21E8236-FCBD-E1E2-5184-C566456B3220}"/>
          </ac:spMkLst>
        </pc:spChg>
        <pc:spChg chg="add del">
          <ac:chgData name="Tobiasz Bazan (268856)" userId="021bcbe5-e36f-42b8-a1ca-7b78a5a72c71" providerId="ADAL" clId="{BC0CCDB8-291C-4DF6-AA51-9E5D0036B976}" dt="2026-05-26T21:02:14.736" v="22" actId="26606"/>
          <ac:spMkLst>
            <pc:docMk/>
            <pc:sldMk cId="48669727" sldId="258"/>
            <ac:spMk id="6" creationId="{5D5E0904-721C-4D68-9EB8-1C9752E329A7}"/>
          </ac:spMkLst>
        </pc:spChg>
        <pc:spChg chg="add del">
          <ac:chgData name="Tobiasz Bazan (268856)" userId="021bcbe5-e36f-42b8-a1ca-7b78a5a72c71" providerId="ADAL" clId="{BC0CCDB8-291C-4DF6-AA51-9E5D0036B976}" dt="2026-05-26T21:02:14.736" v="22" actId="26606"/>
          <ac:spMkLst>
            <pc:docMk/>
            <pc:sldMk cId="48669727" sldId="258"/>
            <ac:spMk id="7" creationId="{B298ECBA-3258-45DF-8FD4-7581736BCCBC}"/>
          </ac:spMkLst>
        </pc:spChg>
        <pc:spChg chg="add del">
          <ac:chgData name="Tobiasz Bazan (268856)" userId="021bcbe5-e36f-42b8-a1ca-7b78a5a72c71" providerId="ADAL" clId="{BC0CCDB8-291C-4DF6-AA51-9E5D0036B976}" dt="2026-05-26T21:02:14.736" v="22" actId="26606"/>
          <ac:spMkLst>
            <pc:docMk/>
            <pc:sldMk cId="48669727" sldId="258"/>
            <ac:spMk id="8" creationId="{B62BF453-BD82-4B90-9FE7-51703133806E}"/>
          </ac:spMkLst>
        </pc:spChg>
        <pc:spChg chg="add del">
          <ac:chgData name="Tobiasz Bazan (268856)" userId="021bcbe5-e36f-42b8-a1ca-7b78a5a72c71" providerId="ADAL" clId="{BC0CCDB8-291C-4DF6-AA51-9E5D0036B976}" dt="2026-05-26T21:01:37.951" v="13" actId="26606"/>
          <ac:spMkLst>
            <pc:docMk/>
            <pc:sldMk cId="48669727" sldId="258"/>
            <ac:spMk id="9" creationId="{5D5E0904-721C-4D68-9EB8-1C9752E329A7}"/>
          </ac:spMkLst>
        </pc:spChg>
        <pc:spChg chg="add del">
          <ac:chgData name="Tobiasz Bazan (268856)" userId="021bcbe5-e36f-42b8-a1ca-7b78a5a72c71" providerId="ADAL" clId="{BC0CCDB8-291C-4DF6-AA51-9E5D0036B976}" dt="2026-05-26T21:02:14.736" v="22" actId="26606"/>
          <ac:spMkLst>
            <pc:docMk/>
            <pc:sldMk cId="48669727" sldId="258"/>
            <ac:spMk id="10" creationId="{072366D3-9B5C-42E1-9906-77FF6BB55EAB}"/>
          </ac:spMkLst>
        </pc:spChg>
        <pc:spChg chg="add del">
          <ac:chgData name="Tobiasz Bazan (268856)" userId="021bcbe5-e36f-42b8-a1ca-7b78a5a72c71" providerId="ADAL" clId="{BC0CCDB8-291C-4DF6-AA51-9E5D0036B976}" dt="2026-05-26T21:01:37.951" v="13" actId="26606"/>
          <ac:spMkLst>
            <pc:docMk/>
            <pc:sldMk cId="48669727" sldId="258"/>
            <ac:spMk id="11" creationId="{B298ECBA-3258-45DF-8FD4-7581736BCCBC}"/>
          </ac:spMkLst>
        </pc:spChg>
        <pc:spChg chg="add del">
          <ac:chgData name="Tobiasz Bazan (268856)" userId="021bcbe5-e36f-42b8-a1ca-7b78a5a72c71" providerId="ADAL" clId="{BC0CCDB8-291C-4DF6-AA51-9E5D0036B976}" dt="2026-05-26T21:02:14.736" v="22" actId="26606"/>
          <ac:spMkLst>
            <pc:docMk/>
            <pc:sldMk cId="48669727" sldId="258"/>
            <ac:spMk id="12" creationId="{121F5E60-4E89-4B16-A245-12BD9935998D}"/>
          </ac:spMkLst>
        </pc:spChg>
        <pc:spChg chg="add del">
          <ac:chgData name="Tobiasz Bazan (268856)" userId="021bcbe5-e36f-42b8-a1ca-7b78a5a72c71" providerId="ADAL" clId="{BC0CCDB8-291C-4DF6-AA51-9E5D0036B976}" dt="2026-05-26T21:01:37.951" v="13" actId="26606"/>
          <ac:spMkLst>
            <pc:docMk/>
            <pc:sldMk cId="48669727" sldId="258"/>
            <ac:spMk id="13" creationId="{B62BF453-BD82-4B90-9FE7-51703133806E}"/>
          </ac:spMkLst>
        </pc:spChg>
        <pc:spChg chg="add del mod">
          <ac:chgData name="Tobiasz Bazan (268856)" userId="021bcbe5-e36f-42b8-a1ca-7b78a5a72c71" providerId="ADAL" clId="{BC0CCDB8-291C-4DF6-AA51-9E5D0036B976}" dt="2026-05-26T21:02:13.764" v="19" actId="478"/>
          <ac:spMkLst>
            <pc:docMk/>
            <pc:sldMk cId="48669727" sldId="258"/>
            <ac:spMk id="14" creationId="{AD81B0F5-E196-DB4C-8D6E-FA3A0DBE85E7}"/>
          </ac:spMkLst>
        </pc:spChg>
        <pc:spChg chg="add del">
          <ac:chgData name="Tobiasz Bazan (268856)" userId="021bcbe5-e36f-42b8-a1ca-7b78a5a72c71" providerId="ADAL" clId="{BC0CCDB8-291C-4DF6-AA51-9E5D0036B976}" dt="2026-05-26T21:01:37.951" v="13" actId="26606"/>
          <ac:spMkLst>
            <pc:docMk/>
            <pc:sldMk cId="48669727" sldId="258"/>
            <ac:spMk id="15" creationId="{072366D3-9B5C-42E1-9906-77FF6BB55EAB}"/>
          </ac:spMkLst>
        </pc:spChg>
        <pc:spChg chg="add del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16" creationId="{5D5E0904-721C-4D68-9EB8-1C9752E329A7}"/>
          </ac:spMkLst>
        </pc:spChg>
        <pc:spChg chg="add del">
          <ac:chgData name="Tobiasz Bazan (268856)" userId="021bcbe5-e36f-42b8-a1ca-7b78a5a72c71" providerId="ADAL" clId="{BC0CCDB8-291C-4DF6-AA51-9E5D0036B976}" dt="2026-05-26T21:01:37.951" v="13" actId="26606"/>
          <ac:spMkLst>
            <pc:docMk/>
            <pc:sldMk cId="48669727" sldId="258"/>
            <ac:spMk id="17" creationId="{121F5E60-4E89-4B16-A245-12BD9935998D}"/>
          </ac:spMkLst>
        </pc:spChg>
        <pc:spChg chg="add del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18" creationId="{D0CDF5D3-7220-42A0-9D37-ECF3BF283B37}"/>
          </ac:spMkLst>
        </pc:spChg>
        <pc:spChg chg="add del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19" creationId="{64BC717F-58B3-4A4E-BC3B-1B11323AD5C9}"/>
          </ac:spMkLst>
        </pc:spChg>
        <pc:spChg chg="add del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20" creationId="{1EE75710-64C5-4CA8-8A7C-82EE4125C90D}"/>
          </ac:spMkLst>
        </pc:spChg>
        <pc:spChg chg="add del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21" creationId="{435050B1-74E1-4A81-923D-0F5971A3BC01}"/>
          </ac:spMkLst>
        </pc:spChg>
        <pc:spChg chg="add del">
          <ac:chgData name="Tobiasz Bazan (268856)" userId="021bcbe5-e36f-42b8-a1ca-7b78a5a72c71" providerId="ADAL" clId="{BC0CCDB8-291C-4DF6-AA51-9E5D0036B976}" dt="2026-05-26T22:25:40.008" v="177" actId="26606"/>
          <ac:spMkLst>
            <pc:docMk/>
            <pc:sldMk cId="48669727" sldId="258"/>
            <ac:spMk id="26" creationId="{C75470D1-A9BC-450A-94B8-E09E222C0CFB}"/>
          </ac:spMkLst>
        </pc:spChg>
        <pc:spChg chg="add del">
          <ac:chgData name="Tobiasz Bazan (268856)" userId="021bcbe5-e36f-42b8-a1ca-7b78a5a72c71" providerId="ADAL" clId="{BC0CCDB8-291C-4DF6-AA51-9E5D0036B976}" dt="2026-05-26T22:25:40.008" v="177" actId="26606"/>
          <ac:spMkLst>
            <pc:docMk/>
            <pc:sldMk cId="48669727" sldId="258"/>
            <ac:spMk id="28" creationId="{64F97EC1-3569-4A79-9DB8-CC79407DFFE2}"/>
          </ac:spMkLst>
        </pc:spChg>
        <pc:spChg chg="add del">
          <ac:chgData name="Tobiasz Bazan (268856)" userId="021bcbe5-e36f-42b8-a1ca-7b78a5a72c71" providerId="ADAL" clId="{BC0CCDB8-291C-4DF6-AA51-9E5D0036B976}" dt="2026-05-26T22:25:40.008" v="177" actId="26606"/>
          <ac:spMkLst>
            <pc:docMk/>
            <pc:sldMk cId="48669727" sldId="258"/>
            <ac:spMk id="30" creationId="{13E08444-43C3-4332-B02D-F2DBC8C1DBD5}"/>
          </ac:spMkLst>
        </pc:spChg>
        <pc:spChg chg="add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34" creationId="{121F5E60-4E89-4B16-A245-12BD9935998D}"/>
          </ac:spMkLst>
        </pc:spChg>
        <pc:spChg chg="add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35" creationId="{5D5E0904-721C-4D68-9EB8-1C9752E329A7}"/>
          </ac:spMkLst>
        </pc:spChg>
        <pc:spChg chg="add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36" creationId="{B298ECBA-3258-45DF-8FD4-7581736BCCBC}"/>
          </ac:spMkLst>
        </pc:spChg>
        <pc:spChg chg="add">
          <ac:chgData name="Tobiasz Bazan (268856)" userId="021bcbe5-e36f-42b8-a1ca-7b78a5a72c71" providerId="ADAL" clId="{BC0CCDB8-291C-4DF6-AA51-9E5D0036B976}" dt="2026-05-26T22:25:40.023" v="178" actId="26606"/>
          <ac:spMkLst>
            <pc:docMk/>
            <pc:sldMk cId="48669727" sldId="258"/>
            <ac:spMk id="38" creationId="{072366D3-9B5C-42E1-9906-77FF6BB55EAB}"/>
          </ac:spMkLst>
        </pc:spChg>
        <pc:picChg chg="add del mod">
          <ac:chgData name="Tobiasz Bazan (268856)" userId="021bcbe5-e36f-42b8-a1ca-7b78a5a72c71" providerId="ADAL" clId="{BC0CCDB8-291C-4DF6-AA51-9E5D0036B976}" dt="2026-05-26T22:25:49.611" v="180" actId="1076"/>
          <ac:picMkLst>
            <pc:docMk/>
            <pc:sldMk cId="48669727" sldId="258"/>
            <ac:picMk id="4" creationId="{C88D8ED9-8DA6-BA17-A522-B31C2AC269E9}"/>
          </ac:picMkLst>
        </pc:picChg>
      </pc:sldChg>
      <pc:sldChg chg="modSp mod">
        <pc:chgData name="Tobiasz Bazan (268856)" userId="021bcbe5-e36f-42b8-a1ca-7b78a5a72c71" providerId="ADAL" clId="{BC0CCDB8-291C-4DF6-AA51-9E5D0036B976}" dt="2026-05-26T22:13:40.827" v="110" actId="5793"/>
        <pc:sldMkLst>
          <pc:docMk/>
          <pc:sldMk cId="3913458038" sldId="259"/>
        </pc:sldMkLst>
        <pc:spChg chg="mod">
          <ac:chgData name="Tobiasz Bazan (268856)" userId="021bcbe5-e36f-42b8-a1ca-7b78a5a72c71" providerId="ADAL" clId="{BC0CCDB8-291C-4DF6-AA51-9E5D0036B976}" dt="2026-05-26T22:13:08.220" v="66" actId="1076"/>
          <ac:spMkLst>
            <pc:docMk/>
            <pc:sldMk cId="3913458038" sldId="259"/>
            <ac:spMk id="2" creationId="{BED0624B-8435-CF0C-457B-F06CEB5882C9}"/>
          </ac:spMkLst>
        </pc:spChg>
        <pc:spChg chg="mod">
          <ac:chgData name="Tobiasz Bazan (268856)" userId="021bcbe5-e36f-42b8-a1ca-7b78a5a72c71" providerId="ADAL" clId="{BC0CCDB8-291C-4DF6-AA51-9E5D0036B976}" dt="2026-05-26T22:13:40.827" v="110" actId="5793"/>
          <ac:spMkLst>
            <pc:docMk/>
            <pc:sldMk cId="3913458038" sldId="259"/>
            <ac:spMk id="3" creationId="{C58F73AC-E90A-1D17-019B-67AC38500855}"/>
          </ac:spMkLst>
        </pc:spChg>
      </pc:sldChg>
      <pc:sldChg chg="addSp modSp mod setBg">
        <pc:chgData name="Tobiasz Bazan (268856)" userId="021bcbe5-e36f-42b8-a1ca-7b78a5a72c71" providerId="ADAL" clId="{BC0CCDB8-291C-4DF6-AA51-9E5D0036B976}" dt="2026-05-26T22:35:20.358" v="215" actId="403"/>
        <pc:sldMkLst>
          <pc:docMk/>
          <pc:sldMk cId="4161833375" sldId="260"/>
        </pc:sldMkLst>
        <pc:spChg chg="mod">
          <ac:chgData name="Tobiasz Bazan (268856)" userId="021bcbe5-e36f-42b8-a1ca-7b78a5a72c71" providerId="ADAL" clId="{BC0CCDB8-291C-4DF6-AA51-9E5D0036B976}" dt="2026-05-26T22:35:20.358" v="215" actId="403"/>
          <ac:spMkLst>
            <pc:docMk/>
            <pc:sldMk cId="4161833375" sldId="260"/>
            <ac:spMk id="2" creationId="{A1525CDD-A8B2-2224-6258-67CE09F4CD6E}"/>
          </ac:spMkLst>
        </pc:spChg>
        <pc:spChg chg="mod">
          <ac:chgData name="Tobiasz Bazan (268856)" userId="021bcbe5-e36f-42b8-a1ca-7b78a5a72c71" providerId="ADAL" clId="{BC0CCDB8-291C-4DF6-AA51-9E5D0036B976}" dt="2026-05-26T22:24:14.204" v="166" actId="20577"/>
          <ac:spMkLst>
            <pc:docMk/>
            <pc:sldMk cId="4161833375" sldId="260"/>
            <ac:spMk id="3" creationId="{6AE13D21-357F-2398-05DB-068786A07DFD}"/>
          </ac:spMkLst>
        </pc:spChg>
        <pc:spChg chg="add">
          <ac:chgData name="Tobiasz Bazan (268856)" userId="021bcbe5-e36f-42b8-a1ca-7b78a5a72c71" providerId="ADAL" clId="{BC0CCDB8-291C-4DF6-AA51-9E5D0036B976}" dt="2026-05-26T22:14:58.848" v="148" actId="26606"/>
          <ac:spMkLst>
            <pc:docMk/>
            <pc:sldMk cId="4161833375" sldId="260"/>
            <ac:spMk id="9" creationId="{5D5E0904-721C-4D68-9EB8-1C9752E329A7}"/>
          </ac:spMkLst>
        </pc:spChg>
        <pc:spChg chg="add">
          <ac:chgData name="Tobiasz Bazan (268856)" userId="021bcbe5-e36f-42b8-a1ca-7b78a5a72c71" providerId="ADAL" clId="{BC0CCDB8-291C-4DF6-AA51-9E5D0036B976}" dt="2026-05-26T22:14:58.848" v="148" actId="26606"/>
          <ac:spMkLst>
            <pc:docMk/>
            <pc:sldMk cId="4161833375" sldId="260"/>
            <ac:spMk id="11" creationId="{D0CDF5D3-7220-42A0-9D37-ECF3BF283B37}"/>
          </ac:spMkLst>
        </pc:spChg>
        <pc:spChg chg="add">
          <ac:chgData name="Tobiasz Bazan (268856)" userId="021bcbe5-e36f-42b8-a1ca-7b78a5a72c71" providerId="ADAL" clId="{BC0CCDB8-291C-4DF6-AA51-9E5D0036B976}" dt="2026-05-26T22:14:58.848" v="148" actId="26606"/>
          <ac:spMkLst>
            <pc:docMk/>
            <pc:sldMk cId="4161833375" sldId="260"/>
            <ac:spMk id="13" creationId="{64BC717F-58B3-4A4E-BC3B-1B11323AD5C9}"/>
          </ac:spMkLst>
        </pc:spChg>
        <pc:spChg chg="add">
          <ac:chgData name="Tobiasz Bazan (268856)" userId="021bcbe5-e36f-42b8-a1ca-7b78a5a72c71" providerId="ADAL" clId="{BC0CCDB8-291C-4DF6-AA51-9E5D0036B976}" dt="2026-05-26T22:14:58.848" v="148" actId="26606"/>
          <ac:spMkLst>
            <pc:docMk/>
            <pc:sldMk cId="4161833375" sldId="260"/>
            <ac:spMk id="15" creationId="{1EE75710-64C5-4CA8-8A7C-82EE4125C90D}"/>
          </ac:spMkLst>
        </pc:spChg>
        <pc:spChg chg="add">
          <ac:chgData name="Tobiasz Bazan (268856)" userId="021bcbe5-e36f-42b8-a1ca-7b78a5a72c71" providerId="ADAL" clId="{BC0CCDB8-291C-4DF6-AA51-9E5D0036B976}" dt="2026-05-26T22:14:58.848" v="148" actId="26606"/>
          <ac:spMkLst>
            <pc:docMk/>
            <pc:sldMk cId="4161833375" sldId="260"/>
            <ac:spMk id="17" creationId="{435050B1-74E1-4A81-923D-0F5971A3BC01}"/>
          </ac:spMkLst>
        </pc:spChg>
        <pc:picChg chg="add mod">
          <ac:chgData name="Tobiasz Bazan (268856)" userId="021bcbe5-e36f-42b8-a1ca-7b78a5a72c71" providerId="ADAL" clId="{BC0CCDB8-291C-4DF6-AA51-9E5D0036B976}" dt="2026-05-26T22:15:07.129" v="150" actId="1076"/>
          <ac:picMkLst>
            <pc:docMk/>
            <pc:sldMk cId="4161833375" sldId="260"/>
            <ac:picMk id="4" creationId="{D61C0F77-9BE3-DB91-C834-9508980A4889}"/>
          </ac:picMkLst>
        </pc:picChg>
      </pc:sldChg>
      <pc:sldChg chg="modSp del mod">
        <pc:chgData name="Tobiasz Bazan (268856)" userId="021bcbe5-e36f-42b8-a1ca-7b78a5a72c71" providerId="ADAL" clId="{BC0CCDB8-291C-4DF6-AA51-9E5D0036B976}" dt="2026-05-26T20:51:21.644" v="10" actId="47"/>
        <pc:sldMkLst>
          <pc:docMk/>
          <pc:sldMk cId="775191019" sldId="261"/>
        </pc:sldMkLst>
        <pc:spChg chg="mod">
          <ac:chgData name="Tobiasz Bazan (268856)" userId="021bcbe5-e36f-42b8-a1ca-7b78a5a72c71" providerId="ADAL" clId="{BC0CCDB8-291C-4DF6-AA51-9E5D0036B976}" dt="2026-05-26T20:21:46.302" v="7" actId="403"/>
          <ac:spMkLst>
            <pc:docMk/>
            <pc:sldMk cId="775191019" sldId="261"/>
            <ac:spMk id="3" creationId="{085D6747-2925-9EB1-2999-8CA0106FA6E6}"/>
          </ac:spMkLst>
        </pc:spChg>
      </pc:sldChg>
      <pc:sldChg chg="addSp delSp modSp new mod setBg">
        <pc:chgData name="Tobiasz Bazan (268856)" userId="021bcbe5-e36f-42b8-a1ca-7b78a5a72c71" providerId="ADAL" clId="{BC0CCDB8-291C-4DF6-AA51-9E5D0036B976}" dt="2026-05-26T22:40:32.118" v="304" actId="26606"/>
        <pc:sldMkLst>
          <pc:docMk/>
          <pc:sldMk cId="1978999858" sldId="262"/>
        </pc:sldMkLst>
        <pc:spChg chg="mod">
          <ac:chgData name="Tobiasz Bazan (268856)" userId="021bcbe5-e36f-42b8-a1ca-7b78a5a72c71" providerId="ADAL" clId="{BC0CCDB8-291C-4DF6-AA51-9E5D0036B976}" dt="2026-05-26T22:40:32.118" v="304" actId="26606"/>
          <ac:spMkLst>
            <pc:docMk/>
            <pc:sldMk cId="1978999858" sldId="262"/>
            <ac:spMk id="2" creationId="{38323819-A82A-6E60-F756-2AA91513A293}"/>
          </ac:spMkLst>
        </pc:spChg>
        <pc:spChg chg="del">
          <ac:chgData name="Tobiasz Bazan (268856)" userId="021bcbe5-e36f-42b8-a1ca-7b78a5a72c71" providerId="ADAL" clId="{BC0CCDB8-291C-4DF6-AA51-9E5D0036B976}" dt="2026-05-26T22:32:09.171" v="186"/>
          <ac:spMkLst>
            <pc:docMk/>
            <pc:sldMk cId="1978999858" sldId="262"/>
            <ac:spMk id="3" creationId="{B055BF0A-38AC-A915-901D-C633663280AB}"/>
          </ac:spMkLst>
        </pc:spChg>
        <pc:spChg chg="add del">
          <ac:chgData name="Tobiasz Bazan (268856)" userId="021bcbe5-e36f-42b8-a1ca-7b78a5a72c71" providerId="ADAL" clId="{BC0CCDB8-291C-4DF6-AA51-9E5D0036B976}" dt="2026-05-26T22:40:32.118" v="304" actId="26606"/>
          <ac:spMkLst>
            <pc:docMk/>
            <pc:sldMk cId="1978999858" sldId="262"/>
            <ac:spMk id="13" creationId="{377832A3-8CF3-4E64-9E6A-631FA08421D5}"/>
          </ac:spMkLst>
        </pc:spChg>
        <pc:spChg chg="add del">
          <ac:chgData name="Tobiasz Bazan (268856)" userId="021bcbe5-e36f-42b8-a1ca-7b78a5a72c71" providerId="ADAL" clId="{BC0CCDB8-291C-4DF6-AA51-9E5D0036B976}" dt="2026-05-26T22:40:32.118" v="304" actId="26606"/>
          <ac:spMkLst>
            <pc:docMk/>
            <pc:sldMk cId="1978999858" sldId="262"/>
            <ac:spMk id="15" creationId="{A1EE3CC7-2194-4DE5-B62A-44A7077D05FD}"/>
          </ac:spMkLst>
        </pc:spChg>
        <pc:spChg chg="add del">
          <ac:chgData name="Tobiasz Bazan (268856)" userId="021bcbe5-e36f-42b8-a1ca-7b78a5a72c71" providerId="ADAL" clId="{BC0CCDB8-291C-4DF6-AA51-9E5D0036B976}" dt="2026-05-26T22:40:32.118" v="304" actId="26606"/>
          <ac:spMkLst>
            <pc:docMk/>
            <pc:sldMk cId="1978999858" sldId="262"/>
            <ac:spMk id="17" creationId="{5C86F7B6-C089-4557-B97A-3E9D42392935}"/>
          </ac:spMkLst>
        </pc:spChg>
        <pc:spChg chg="add del">
          <ac:chgData name="Tobiasz Bazan (268856)" userId="021bcbe5-e36f-42b8-a1ca-7b78a5a72c71" providerId="ADAL" clId="{BC0CCDB8-291C-4DF6-AA51-9E5D0036B976}" dt="2026-05-26T22:40:32.118" v="304" actId="26606"/>
          <ac:spMkLst>
            <pc:docMk/>
            <pc:sldMk cId="1978999858" sldId="262"/>
            <ac:spMk id="19" creationId="{47130899-E4D0-4FB2-BA18-591F0CA89EB8}"/>
          </ac:spMkLst>
        </pc:spChg>
        <pc:spChg chg="add">
          <ac:chgData name="Tobiasz Bazan (268856)" userId="021bcbe5-e36f-42b8-a1ca-7b78a5a72c71" providerId="ADAL" clId="{BC0CCDB8-291C-4DF6-AA51-9E5D0036B976}" dt="2026-05-26T22:40:32.118" v="304" actId="26606"/>
          <ac:spMkLst>
            <pc:docMk/>
            <pc:sldMk cId="1978999858" sldId="262"/>
            <ac:spMk id="24" creationId="{377832A3-8CF3-4E64-9E6A-631FA08421D5}"/>
          </ac:spMkLst>
        </pc:spChg>
        <pc:spChg chg="add">
          <ac:chgData name="Tobiasz Bazan (268856)" userId="021bcbe5-e36f-42b8-a1ca-7b78a5a72c71" providerId="ADAL" clId="{BC0CCDB8-291C-4DF6-AA51-9E5D0036B976}" dt="2026-05-26T22:40:32.118" v="304" actId="26606"/>
          <ac:spMkLst>
            <pc:docMk/>
            <pc:sldMk cId="1978999858" sldId="262"/>
            <ac:spMk id="26" creationId="{310237E3-A6DF-4DE4-8C98-AB49B505163A}"/>
          </ac:spMkLst>
        </pc:spChg>
        <pc:picChg chg="add mod ord">
          <ac:chgData name="Tobiasz Bazan (268856)" userId="021bcbe5-e36f-42b8-a1ca-7b78a5a72c71" providerId="ADAL" clId="{BC0CCDB8-291C-4DF6-AA51-9E5D0036B976}" dt="2026-05-26T22:40:32.118" v="304" actId="26606"/>
          <ac:picMkLst>
            <pc:docMk/>
            <pc:sldMk cId="1978999858" sldId="262"/>
            <ac:picMk id="4" creationId="{16B9673B-83B8-5201-7A2D-907AF1579BA3}"/>
          </ac:picMkLst>
        </pc:picChg>
        <pc:picChg chg="add mod ord">
          <ac:chgData name="Tobiasz Bazan (268856)" userId="021bcbe5-e36f-42b8-a1ca-7b78a5a72c71" providerId="ADAL" clId="{BC0CCDB8-291C-4DF6-AA51-9E5D0036B976}" dt="2026-05-26T22:40:32.118" v="304" actId="26606"/>
          <ac:picMkLst>
            <pc:docMk/>
            <pc:sldMk cId="1978999858" sldId="262"/>
            <ac:picMk id="5" creationId="{9F0A103B-A6D1-55EE-8110-81B7609C410D}"/>
          </ac:picMkLst>
        </pc:picChg>
        <pc:picChg chg="add mod ord">
          <ac:chgData name="Tobiasz Bazan (268856)" userId="021bcbe5-e36f-42b8-a1ca-7b78a5a72c71" providerId="ADAL" clId="{BC0CCDB8-291C-4DF6-AA51-9E5D0036B976}" dt="2026-05-26T22:33:23.688" v="203" actId="26606"/>
          <ac:picMkLst>
            <pc:docMk/>
            <pc:sldMk cId="1978999858" sldId="262"/>
            <ac:picMk id="6" creationId="{0E24F6A4-6E88-1354-81A3-D399A199EAC1}"/>
          </ac:picMkLst>
        </pc:picChg>
        <pc:picChg chg="add del mod">
          <ac:chgData name="Tobiasz Bazan (268856)" userId="021bcbe5-e36f-42b8-a1ca-7b78a5a72c71" providerId="ADAL" clId="{BC0CCDB8-291C-4DF6-AA51-9E5D0036B976}" dt="2026-05-26T22:33:22.162" v="202" actId="478"/>
          <ac:picMkLst>
            <pc:docMk/>
            <pc:sldMk cId="1978999858" sldId="262"/>
            <ac:picMk id="7" creationId="{BC03B1E5-6396-3DF3-394E-8A30E08BD2C3}"/>
          </ac:picMkLst>
        </pc:picChg>
        <pc:picChg chg="add mod">
          <ac:chgData name="Tobiasz Bazan (268856)" userId="021bcbe5-e36f-42b8-a1ca-7b78a5a72c71" providerId="ADAL" clId="{BC0CCDB8-291C-4DF6-AA51-9E5D0036B976}" dt="2026-05-26T22:40:32.118" v="304" actId="26606"/>
          <ac:picMkLst>
            <pc:docMk/>
            <pc:sldMk cId="1978999858" sldId="262"/>
            <ac:picMk id="8" creationId="{42B63B03-5B3A-30AC-FD5E-EDA34FD12271}"/>
          </ac:picMkLst>
        </pc:picChg>
        <pc:picChg chg="add del mod">
          <ac:chgData name="Tobiasz Bazan (268856)" userId="021bcbe5-e36f-42b8-a1ca-7b78a5a72c71" providerId="ADAL" clId="{BC0CCDB8-291C-4DF6-AA51-9E5D0036B976}" dt="2026-05-26T22:33:14.675" v="201" actId="478"/>
          <ac:picMkLst>
            <pc:docMk/>
            <pc:sldMk cId="1978999858" sldId="262"/>
            <ac:picMk id="9" creationId="{1F02D511-27AC-FBFB-29CD-59EF6E27BE0F}"/>
          </ac:picMkLst>
        </pc:picChg>
      </pc:sldChg>
      <pc:sldChg chg="modSp add del mod">
        <pc:chgData name="Tobiasz Bazan (268856)" userId="021bcbe5-e36f-42b8-a1ca-7b78a5a72c71" providerId="ADAL" clId="{BC0CCDB8-291C-4DF6-AA51-9E5D0036B976}" dt="2026-05-26T22:13:17.932" v="68" actId="47"/>
        <pc:sldMkLst>
          <pc:docMk/>
          <pc:sldMk cId="1066984503" sldId="263"/>
        </pc:sldMkLst>
        <pc:spChg chg="mod">
          <ac:chgData name="Tobiasz Bazan (268856)" userId="021bcbe5-e36f-42b8-a1ca-7b78a5a72c71" providerId="ADAL" clId="{BC0CCDB8-291C-4DF6-AA51-9E5D0036B976}" dt="2026-05-26T22:12:55.580" v="65" actId="20577"/>
          <ac:spMkLst>
            <pc:docMk/>
            <pc:sldMk cId="1066984503" sldId="263"/>
            <ac:spMk id="2" creationId="{E9991895-6529-E327-B639-B84E78A90A34}"/>
          </ac:spMkLst>
        </pc:spChg>
      </pc:sldChg>
      <pc:sldChg chg="new del">
        <pc:chgData name="Tobiasz Bazan (268856)" userId="021bcbe5-e36f-42b8-a1ca-7b78a5a72c71" providerId="ADAL" clId="{BC0CCDB8-291C-4DF6-AA51-9E5D0036B976}" dt="2026-05-26T20:21:59.743" v="9" actId="680"/>
        <pc:sldMkLst>
          <pc:docMk/>
          <pc:sldMk cId="1442280460" sldId="263"/>
        </pc:sldMkLst>
      </pc:sldChg>
      <pc:sldChg chg="new del">
        <pc:chgData name="Tobiasz Bazan (268856)" userId="021bcbe5-e36f-42b8-a1ca-7b78a5a72c71" providerId="ADAL" clId="{BC0CCDB8-291C-4DF6-AA51-9E5D0036B976}" dt="2026-05-26T22:12:38.889" v="61" actId="47"/>
        <pc:sldMkLst>
          <pc:docMk/>
          <pc:sldMk cId="4037649967" sldId="263"/>
        </pc:sldMkLst>
      </pc:sldChg>
      <pc:sldChg chg="modSp add mod">
        <pc:chgData name="Tobiasz Bazan (268856)" userId="021bcbe5-e36f-42b8-a1ca-7b78a5a72c71" providerId="ADAL" clId="{BC0CCDB8-291C-4DF6-AA51-9E5D0036B976}" dt="2026-05-26T22:13:37.133" v="105" actId="20577"/>
        <pc:sldMkLst>
          <pc:docMk/>
          <pc:sldMk cId="1484112165" sldId="264"/>
        </pc:sldMkLst>
        <pc:spChg chg="mod">
          <ac:chgData name="Tobiasz Bazan (268856)" userId="021bcbe5-e36f-42b8-a1ca-7b78a5a72c71" providerId="ADAL" clId="{BC0CCDB8-291C-4DF6-AA51-9E5D0036B976}" dt="2026-05-26T22:13:33.109" v="101" actId="20577"/>
          <ac:spMkLst>
            <pc:docMk/>
            <pc:sldMk cId="1484112165" sldId="264"/>
            <ac:spMk id="2" creationId="{BF846A1C-9835-8FCA-951A-EC635C47CC01}"/>
          </ac:spMkLst>
        </pc:spChg>
        <pc:spChg chg="mod">
          <ac:chgData name="Tobiasz Bazan (268856)" userId="021bcbe5-e36f-42b8-a1ca-7b78a5a72c71" providerId="ADAL" clId="{BC0CCDB8-291C-4DF6-AA51-9E5D0036B976}" dt="2026-05-26T22:13:37.133" v="105" actId="20577"/>
          <ac:spMkLst>
            <pc:docMk/>
            <pc:sldMk cId="1484112165" sldId="264"/>
            <ac:spMk id="3" creationId="{4CA08E14-7475-B57F-A149-73D27FE406A2}"/>
          </ac:spMkLst>
        </pc:spChg>
      </pc:sldChg>
      <pc:sldChg chg="addSp delSp modSp add mod setBg">
        <pc:chgData name="Tobiasz Bazan (268856)" userId="021bcbe5-e36f-42b8-a1ca-7b78a5a72c71" providerId="ADAL" clId="{BC0CCDB8-291C-4DF6-AA51-9E5D0036B976}" dt="2026-05-26T22:47:00.346" v="315" actId="1076"/>
        <pc:sldMkLst>
          <pc:docMk/>
          <pc:sldMk cId="3673114828" sldId="265"/>
        </pc:sldMkLst>
        <pc:spChg chg="mod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2" creationId="{C3665E52-3A6D-F911-27DC-0B3471F7CED5}"/>
          </ac:spMkLst>
        </pc:spChg>
        <pc:spChg chg="del mod">
          <ac:chgData name="Tobiasz Bazan (268856)" userId="021bcbe5-e36f-42b8-a1ca-7b78a5a72c71" providerId="ADAL" clId="{BC0CCDB8-291C-4DF6-AA51-9E5D0036B976}" dt="2026-05-26T22:16:12.073" v="162" actId="26606"/>
          <ac:spMkLst>
            <pc:docMk/>
            <pc:sldMk cId="3673114828" sldId="265"/>
            <ac:spMk id="3" creationId="{CF8FE39D-2596-C0E3-8513-F68C817E3411}"/>
          </ac:spMkLst>
        </pc:spChg>
        <pc:spChg chg="add del mod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7" creationId="{8A0B0374-17CC-CC96-5E5C-A4A374F42512}"/>
          </ac:spMkLst>
        </pc:spChg>
        <pc:spChg chg="add del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10" creationId="{5D5E0904-721C-4D68-9EB8-1C9752E329A7}"/>
          </ac:spMkLst>
        </pc:spChg>
        <pc:spChg chg="add">
          <ac:chgData name="Tobiasz Bazan (268856)" userId="021bcbe5-e36f-42b8-a1ca-7b78a5a72c71" providerId="ADAL" clId="{BC0CCDB8-291C-4DF6-AA51-9E5D0036B976}" dt="2026-05-26T22:16:12.073" v="162" actId="26606"/>
          <ac:spMkLst>
            <pc:docMk/>
            <pc:sldMk cId="3673114828" sldId="265"/>
            <ac:spMk id="12" creationId="{D0CDF5D3-7220-42A0-9D37-ECF3BF283B37}"/>
          </ac:spMkLst>
        </pc:spChg>
        <pc:spChg chg="add del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14" creationId="{64BC717F-58B3-4A4E-BC3B-1B11323AD5C9}"/>
          </ac:spMkLst>
        </pc:spChg>
        <pc:spChg chg="add">
          <ac:chgData name="Tobiasz Bazan (268856)" userId="021bcbe5-e36f-42b8-a1ca-7b78a5a72c71" providerId="ADAL" clId="{BC0CCDB8-291C-4DF6-AA51-9E5D0036B976}" dt="2026-05-26T22:16:12.073" v="162" actId="26606"/>
          <ac:spMkLst>
            <pc:docMk/>
            <pc:sldMk cId="3673114828" sldId="265"/>
            <ac:spMk id="16" creationId="{1EE75710-64C5-4CA8-8A7C-82EE4125C90D}"/>
          </ac:spMkLst>
        </pc:spChg>
        <pc:spChg chg="add del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18" creationId="{435050B1-74E1-4A81-923D-0F5971A3BC01}"/>
          </ac:spMkLst>
        </pc:spChg>
        <pc:spChg chg="add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23" creationId="{5D5E0904-721C-4D68-9EB8-1C9752E329A7}"/>
          </ac:spMkLst>
        </pc:spChg>
        <pc:spChg chg="add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25" creationId="{D0CDF5D3-7220-42A0-9D37-ECF3BF283B37}"/>
          </ac:spMkLst>
        </pc:spChg>
        <pc:spChg chg="add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27" creationId="{64BC717F-58B3-4A4E-BC3B-1B11323AD5C9}"/>
          </ac:spMkLst>
        </pc:spChg>
        <pc:spChg chg="add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29" creationId="{1EE75710-64C5-4CA8-8A7C-82EE4125C90D}"/>
          </ac:spMkLst>
        </pc:spChg>
        <pc:spChg chg="add">
          <ac:chgData name="Tobiasz Bazan (268856)" userId="021bcbe5-e36f-42b8-a1ca-7b78a5a72c71" providerId="ADAL" clId="{BC0CCDB8-291C-4DF6-AA51-9E5D0036B976}" dt="2026-05-26T22:45:33.416" v="308" actId="26606"/>
          <ac:spMkLst>
            <pc:docMk/>
            <pc:sldMk cId="3673114828" sldId="265"/>
            <ac:spMk id="31" creationId="{435050B1-74E1-4A81-923D-0F5971A3BC01}"/>
          </ac:spMkLst>
        </pc:spChg>
        <pc:picChg chg="add del">
          <ac:chgData name="Tobiasz Bazan (268856)" userId="021bcbe5-e36f-42b8-a1ca-7b78a5a72c71" providerId="ADAL" clId="{BC0CCDB8-291C-4DF6-AA51-9E5D0036B976}" dt="2026-05-26T22:15:31.270" v="153" actId="22"/>
          <ac:picMkLst>
            <pc:docMk/>
            <pc:sldMk cId="3673114828" sldId="265"/>
            <ac:picMk id="4" creationId="{D738D7BC-B620-9CB6-0644-CAE14A618068}"/>
          </ac:picMkLst>
        </pc:picChg>
        <pc:picChg chg="add del mod">
          <ac:chgData name="Tobiasz Bazan (268856)" userId="021bcbe5-e36f-42b8-a1ca-7b78a5a72c71" providerId="ADAL" clId="{BC0CCDB8-291C-4DF6-AA51-9E5D0036B976}" dt="2026-05-26T22:44:49.989" v="305" actId="478"/>
          <ac:picMkLst>
            <pc:docMk/>
            <pc:sldMk cId="3673114828" sldId="265"/>
            <ac:picMk id="5" creationId="{FDD6F2C6-535B-45E3-D79C-77C9682771C1}"/>
          </ac:picMkLst>
        </pc:picChg>
        <pc:picChg chg="add mod">
          <ac:chgData name="Tobiasz Bazan (268856)" userId="021bcbe5-e36f-42b8-a1ca-7b78a5a72c71" providerId="ADAL" clId="{BC0CCDB8-291C-4DF6-AA51-9E5D0036B976}" dt="2026-05-26T22:47:00.346" v="315" actId="1076"/>
          <ac:picMkLst>
            <pc:docMk/>
            <pc:sldMk cId="3673114828" sldId="265"/>
            <ac:picMk id="8" creationId="{80C467EE-0BCF-7621-2FC5-7F872FCA075B}"/>
          </ac:picMkLst>
        </pc:picChg>
      </pc:sldChg>
      <pc:sldChg chg="addSp delSp modSp new mod setBg">
        <pc:chgData name="Tobiasz Bazan (268856)" userId="021bcbe5-e36f-42b8-a1ca-7b78a5a72c71" providerId="ADAL" clId="{BC0CCDB8-291C-4DF6-AA51-9E5D0036B976}" dt="2026-05-26T22:34:14.060" v="210" actId="26606"/>
        <pc:sldMkLst>
          <pc:docMk/>
          <pc:sldMk cId="353425482" sldId="272"/>
        </pc:sldMkLst>
        <pc:spChg chg="mod">
          <ac:chgData name="Tobiasz Bazan (268856)" userId="021bcbe5-e36f-42b8-a1ca-7b78a5a72c71" providerId="ADAL" clId="{BC0CCDB8-291C-4DF6-AA51-9E5D0036B976}" dt="2026-05-26T22:34:14.060" v="210" actId="26606"/>
          <ac:spMkLst>
            <pc:docMk/>
            <pc:sldMk cId="353425482" sldId="272"/>
            <ac:spMk id="2" creationId="{6F331EA6-524A-8FF0-187D-5775989CBC84}"/>
          </ac:spMkLst>
        </pc:spChg>
        <pc:spChg chg="del">
          <ac:chgData name="Tobiasz Bazan (268856)" userId="021bcbe5-e36f-42b8-a1ca-7b78a5a72c71" providerId="ADAL" clId="{BC0CCDB8-291C-4DF6-AA51-9E5D0036B976}" dt="2026-05-26T22:34:06.381" v="206"/>
          <ac:spMkLst>
            <pc:docMk/>
            <pc:sldMk cId="353425482" sldId="272"/>
            <ac:spMk id="3" creationId="{2269EED1-4078-CDF7-99AD-29822F5B52D3}"/>
          </ac:spMkLst>
        </pc:spChg>
        <pc:spChg chg="add">
          <ac:chgData name="Tobiasz Bazan (268856)" userId="021bcbe5-e36f-42b8-a1ca-7b78a5a72c71" providerId="ADAL" clId="{BC0CCDB8-291C-4DF6-AA51-9E5D0036B976}" dt="2026-05-26T22:34:14.060" v="210" actId="26606"/>
          <ac:spMkLst>
            <pc:docMk/>
            <pc:sldMk cId="353425482" sldId="272"/>
            <ac:spMk id="10" creationId="{323D50B8-1D27-420D-BA4A-249914120C5D}"/>
          </ac:spMkLst>
        </pc:spChg>
        <pc:spChg chg="add">
          <ac:chgData name="Tobiasz Bazan (268856)" userId="021bcbe5-e36f-42b8-a1ca-7b78a5a72c71" providerId="ADAL" clId="{BC0CCDB8-291C-4DF6-AA51-9E5D0036B976}" dt="2026-05-26T22:34:14.060" v="210" actId="26606"/>
          <ac:spMkLst>
            <pc:docMk/>
            <pc:sldMk cId="353425482" sldId="272"/>
            <ac:spMk id="12" creationId="{2EFBB176-B6C1-4B5A-AADA-F930947E09CC}"/>
          </ac:spMkLst>
        </pc:spChg>
        <pc:spChg chg="add">
          <ac:chgData name="Tobiasz Bazan (268856)" userId="021bcbe5-e36f-42b8-a1ca-7b78a5a72c71" providerId="ADAL" clId="{BC0CCDB8-291C-4DF6-AA51-9E5D0036B976}" dt="2026-05-26T22:34:14.060" v="210" actId="26606"/>
          <ac:spMkLst>
            <pc:docMk/>
            <pc:sldMk cId="353425482" sldId="272"/>
            <ac:spMk id="14" creationId="{918CDC34-0F26-409D-B10F-578D4DCC46DE}"/>
          </ac:spMkLst>
        </pc:spChg>
        <pc:picChg chg="add mod ord">
          <ac:chgData name="Tobiasz Bazan (268856)" userId="021bcbe5-e36f-42b8-a1ca-7b78a5a72c71" providerId="ADAL" clId="{BC0CCDB8-291C-4DF6-AA51-9E5D0036B976}" dt="2026-05-26T22:34:14.060" v="210" actId="26606"/>
          <ac:picMkLst>
            <pc:docMk/>
            <pc:sldMk cId="353425482" sldId="272"/>
            <ac:picMk id="4" creationId="{E1980231-BED0-F1E8-7DEE-1C01615F4866}"/>
          </ac:picMkLst>
        </pc:picChg>
        <pc:picChg chg="add mod">
          <ac:chgData name="Tobiasz Bazan (268856)" userId="021bcbe5-e36f-42b8-a1ca-7b78a5a72c71" providerId="ADAL" clId="{BC0CCDB8-291C-4DF6-AA51-9E5D0036B976}" dt="2026-05-26T22:34:14.060" v="210" actId="26606"/>
          <ac:picMkLst>
            <pc:docMk/>
            <pc:sldMk cId="353425482" sldId="272"/>
            <ac:picMk id="5" creationId="{D4B5B11D-FC7B-EE31-5424-A1A0DA7E7D56}"/>
          </ac:picMkLst>
        </pc:picChg>
      </pc:sldChg>
      <pc:sldChg chg="addSp delSp modSp add mod ord setBg">
        <pc:chgData name="Tobiasz Bazan (268856)" userId="021bcbe5-e36f-42b8-a1ca-7b78a5a72c71" providerId="ADAL" clId="{BC0CCDB8-291C-4DF6-AA51-9E5D0036B976}" dt="2026-05-26T22:37:04.430" v="274" actId="21"/>
        <pc:sldMkLst>
          <pc:docMk/>
          <pc:sldMk cId="3979003326" sldId="273"/>
        </pc:sldMkLst>
        <pc:spChg chg="mod">
          <ac:chgData name="Tobiasz Bazan (268856)" userId="021bcbe5-e36f-42b8-a1ca-7b78a5a72c71" providerId="ADAL" clId="{BC0CCDB8-291C-4DF6-AA51-9E5D0036B976}" dt="2026-05-26T22:37:04.430" v="274" actId="21"/>
          <ac:spMkLst>
            <pc:docMk/>
            <pc:sldMk cId="3979003326" sldId="273"/>
            <ac:spMk id="2" creationId="{777C7337-D651-4D15-1F26-C32E056ACFB2}"/>
          </ac:spMkLst>
        </pc:spChg>
        <pc:spChg chg="mod ord">
          <ac:chgData name="Tobiasz Bazan (268856)" userId="021bcbe5-e36f-42b8-a1ca-7b78a5a72c71" providerId="ADAL" clId="{BC0CCDB8-291C-4DF6-AA51-9E5D0036B976}" dt="2026-05-26T22:36:49.503" v="269" actId="26606"/>
          <ac:spMkLst>
            <pc:docMk/>
            <pc:sldMk cId="3979003326" sldId="273"/>
            <ac:spMk id="3" creationId="{A985655B-87A4-C462-D4CC-255FADAE3F85}"/>
          </ac:spMkLst>
        </pc:spChg>
        <pc:spChg chg="add del">
          <ac:chgData name="Tobiasz Bazan (268856)" userId="021bcbe5-e36f-42b8-a1ca-7b78a5a72c71" providerId="ADAL" clId="{BC0CCDB8-291C-4DF6-AA51-9E5D0036B976}" dt="2026-05-26T22:36:49.497" v="268" actId="26606"/>
          <ac:spMkLst>
            <pc:docMk/>
            <pc:sldMk cId="3979003326" sldId="273"/>
            <ac:spMk id="9" creationId="{E53F4E5A-C9EE-4859-B46B-F018F7D73A03}"/>
          </ac:spMkLst>
        </pc:spChg>
        <pc:picChg chg="add mod">
          <ac:chgData name="Tobiasz Bazan (268856)" userId="021bcbe5-e36f-42b8-a1ca-7b78a5a72c71" providerId="ADAL" clId="{BC0CCDB8-291C-4DF6-AA51-9E5D0036B976}" dt="2026-05-26T22:36:56.138" v="271" actId="1076"/>
          <ac:picMkLst>
            <pc:docMk/>
            <pc:sldMk cId="3979003326" sldId="273"/>
            <ac:picMk id="4" creationId="{241FC5F0-0A07-154B-101A-33ADEB5995B1}"/>
          </ac:picMkLst>
        </pc:picChg>
        <pc:cxnChg chg="add del">
          <ac:chgData name="Tobiasz Bazan (268856)" userId="021bcbe5-e36f-42b8-a1ca-7b78a5a72c71" providerId="ADAL" clId="{BC0CCDB8-291C-4DF6-AA51-9E5D0036B976}" dt="2026-05-26T22:36:49.497" v="268" actId="26606"/>
          <ac:cxnSpMkLst>
            <pc:docMk/>
            <pc:sldMk cId="3979003326" sldId="273"/>
            <ac:cxnSpMk id="11" creationId="{041A955B-D579-48FD-A51C-51B0C0B69F9A}"/>
          </ac:cxnSpMkLst>
        </pc:cxnChg>
      </pc:sldChg>
      <pc:sldChg chg="addSp delSp modSp new mod setBg addAnim delAnim">
        <pc:chgData name="Tobiasz Bazan (268856)" userId="021bcbe5-e36f-42b8-a1ca-7b78a5a72c71" providerId="ADAL" clId="{BC0CCDB8-291C-4DF6-AA51-9E5D0036B976}" dt="2026-05-26T22:38:20.220" v="303" actId="1076"/>
        <pc:sldMkLst>
          <pc:docMk/>
          <pc:sldMk cId="3385852695" sldId="274"/>
        </pc:sldMkLst>
        <pc:spChg chg="mod">
          <ac:chgData name="Tobiasz Bazan (268856)" userId="021bcbe5-e36f-42b8-a1ca-7b78a5a72c71" providerId="ADAL" clId="{BC0CCDB8-291C-4DF6-AA51-9E5D0036B976}" dt="2026-05-26T22:38:06.147" v="301" actId="26606"/>
          <ac:spMkLst>
            <pc:docMk/>
            <pc:sldMk cId="3385852695" sldId="274"/>
            <ac:spMk id="2" creationId="{5A787D8B-8944-AAF5-31AD-904E7CAF4554}"/>
          </ac:spMkLst>
        </pc:spChg>
        <pc:spChg chg="mod">
          <ac:chgData name="Tobiasz Bazan (268856)" userId="021bcbe5-e36f-42b8-a1ca-7b78a5a72c71" providerId="ADAL" clId="{BC0CCDB8-291C-4DF6-AA51-9E5D0036B976}" dt="2026-05-26T22:38:06.147" v="301" actId="26606"/>
          <ac:spMkLst>
            <pc:docMk/>
            <pc:sldMk cId="3385852695" sldId="274"/>
            <ac:spMk id="3" creationId="{F626D624-A153-ECB9-EAC0-D009A8BE0423}"/>
          </ac:spMkLst>
        </pc:spChg>
        <pc:spChg chg="add">
          <ac:chgData name="Tobiasz Bazan (268856)" userId="021bcbe5-e36f-42b8-a1ca-7b78a5a72c71" providerId="ADAL" clId="{BC0CCDB8-291C-4DF6-AA51-9E5D0036B976}" dt="2026-05-26T22:38:06.147" v="301" actId="26606"/>
          <ac:spMkLst>
            <pc:docMk/>
            <pc:sldMk cId="3385852695" sldId="274"/>
            <ac:spMk id="6" creationId="{5D5E0904-721C-4D68-9EB8-1C9752E329A7}"/>
          </ac:spMkLst>
        </pc:spChg>
        <pc:spChg chg="add">
          <ac:chgData name="Tobiasz Bazan (268856)" userId="021bcbe5-e36f-42b8-a1ca-7b78a5a72c71" providerId="ADAL" clId="{BC0CCDB8-291C-4DF6-AA51-9E5D0036B976}" dt="2026-05-26T22:38:06.147" v="301" actId="26606"/>
          <ac:spMkLst>
            <pc:docMk/>
            <pc:sldMk cId="3385852695" sldId="274"/>
            <ac:spMk id="7" creationId="{D0CDF5D3-7220-42A0-9D37-ECF3BF283B37}"/>
          </ac:spMkLst>
        </pc:spChg>
        <pc:spChg chg="add">
          <ac:chgData name="Tobiasz Bazan (268856)" userId="021bcbe5-e36f-42b8-a1ca-7b78a5a72c71" providerId="ADAL" clId="{BC0CCDB8-291C-4DF6-AA51-9E5D0036B976}" dt="2026-05-26T22:38:06.147" v="301" actId="26606"/>
          <ac:spMkLst>
            <pc:docMk/>
            <pc:sldMk cId="3385852695" sldId="274"/>
            <ac:spMk id="8" creationId="{64BC717F-58B3-4A4E-BC3B-1B11323AD5C9}"/>
          </ac:spMkLst>
        </pc:spChg>
        <pc:spChg chg="add del">
          <ac:chgData name="Tobiasz Bazan (268856)" userId="021bcbe5-e36f-42b8-a1ca-7b78a5a72c71" providerId="ADAL" clId="{BC0CCDB8-291C-4DF6-AA51-9E5D0036B976}" dt="2026-05-26T22:37:56.193" v="298" actId="26606"/>
          <ac:spMkLst>
            <pc:docMk/>
            <pc:sldMk cId="3385852695" sldId="274"/>
            <ac:spMk id="9" creationId="{F1ACBE00-0221-433D-8EA5-D9D7B45F35BE}"/>
          </ac:spMkLst>
        </pc:spChg>
        <pc:spChg chg="add del">
          <ac:chgData name="Tobiasz Bazan (268856)" userId="021bcbe5-e36f-42b8-a1ca-7b78a5a72c71" providerId="ADAL" clId="{BC0CCDB8-291C-4DF6-AA51-9E5D0036B976}" dt="2026-05-26T22:37:56.193" v="298" actId="26606"/>
          <ac:spMkLst>
            <pc:docMk/>
            <pc:sldMk cId="3385852695" sldId="274"/>
            <ac:spMk id="11" creationId="{06980910-96FA-4DA6-93F5-97873AF1B76D}"/>
          </ac:spMkLst>
        </pc:spChg>
        <pc:spChg chg="add del">
          <ac:chgData name="Tobiasz Bazan (268856)" userId="021bcbe5-e36f-42b8-a1ca-7b78a5a72c71" providerId="ADAL" clId="{BC0CCDB8-291C-4DF6-AA51-9E5D0036B976}" dt="2026-05-26T22:37:56.193" v="298" actId="26606"/>
          <ac:spMkLst>
            <pc:docMk/>
            <pc:sldMk cId="3385852695" sldId="274"/>
            <ac:spMk id="13" creationId="{9F1CB7E2-0098-4A7C-B377-037DCA4C80AD}"/>
          </ac:spMkLst>
        </pc:spChg>
        <pc:spChg chg="add">
          <ac:chgData name="Tobiasz Bazan (268856)" userId="021bcbe5-e36f-42b8-a1ca-7b78a5a72c71" providerId="ADAL" clId="{BC0CCDB8-291C-4DF6-AA51-9E5D0036B976}" dt="2026-05-26T22:38:06.147" v="301" actId="26606"/>
          <ac:spMkLst>
            <pc:docMk/>
            <pc:sldMk cId="3385852695" sldId="274"/>
            <ac:spMk id="15" creationId="{1EE75710-64C5-4CA8-8A7C-82EE4125C90D}"/>
          </ac:spMkLst>
        </pc:spChg>
        <pc:spChg chg="add">
          <ac:chgData name="Tobiasz Bazan (268856)" userId="021bcbe5-e36f-42b8-a1ca-7b78a5a72c71" providerId="ADAL" clId="{BC0CCDB8-291C-4DF6-AA51-9E5D0036B976}" dt="2026-05-26T22:38:06.147" v="301" actId="26606"/>
          <ac:spMkLst>
            <pc:docMk/>
            <pc:sldMk cId="3385852695" sldId="274"/>
            <ac:spMk id="17" creationId="{435050B1-74E1-4A81-923D-0F5971A3BC01}"/>
          </ac:spMkLst>
        </pc:spChg>
        <pc:picChg chg="add mod">
          <ac:chgData name="Tobiasz Bazan (268856)" userId="021bcbe5-e36f-42b8-a1ca-7b78a5a72c71" providerId="ADAL" clId="{BC0CCDB8-291C-4DF6-AA51-9E5D0036B976}" dt="2026-05-26T22:38:20.220" v="303" actId="1076"/>
          <ac:picMkLst>
            <pc:docMk/>
            <pc:sldMk cId="3385852695" sldId="274"/>
            <ac:picMk id="4" creationId="{47877710-42DD-118B-5A9F-3F998C05E34C}"/>
          </ac:picMkLst>
        </pc:picChg>
      </pc:sldChg>
    </pc:docChg>
  </pc:docChgLst>
  <pc:docChgLst>
    <pc:chgData name="Adam Ćwikliński (273055)" userId="S::273055@student.pwr.edu.pl::721a083a-c4ba-485b-9dff-f2f1525ba25d" providerId="AD" clId="Web-{9F1E6A36-8742-9993-EB2C-2C91C20B4E15}"/>
    <pc:docChg chg="addSld delSld modSld sldOrd">
      <pc:chgData name="Adam Ćwikliński (273055)" userId="S::273055@student.pwr.edu.pl::721a083a-c4ba-485b-9dff-f2f1525ba25d" providerId="AD" clId="Web-{9F1E6A36-8742-9993-EB2C-2C91C20B4E15}" dt="2026-05-26T23:31:29.145" v="369"/>
      <pc:docMkLst>
        <pc:docMk/>
      </pc:docMkLst>
      <pc:sldChg chg="del">
        <pc:chgData name="Adam Ćwikliński (273055)" userId="S::273055@student.pwr.edu.pl::721a083a-c4ba-485b-9dff-f2f1525ba25d" providerId="AD" clId="Web-{9F1E6A36-8742-9993-EB2C-2C91C20B4E15}" dt="2026-05-26T23:31:29.145" v="369"/>
        <pc:sldMkLst>
          <pc:docMk/>
          <pc:sldMk cId="3913458038" sldId="259"/>
        </pc:sldMkLst>
      </pc:sldChg>
      <pc:sldChg chg="addSp delSp modSp mod setBg">
        <pc:chgData name="Adam Ćwikliński (273055)" userId="S::273055@student.pwr.edu.pl::721a083a-c4ba-485b-9dff-f2f1525ba25d" providerId="AD" clId="Web-{9F1E6A36-8742-9993-EB2C-2C91C20B4E15}" dt="2026-05-26T23:27:52.206" v="368" actId="1076"/>
        <pc:sldMkLst>
          <pc:docMk/>
          <pc:sldMk cId="1484112165" sldId="264"/>
        </pc:sldMkLst>
        <pc:spChg chg="mod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2" creationId="{BF846A1C-9835-8FCA-951A-EC635C47CC01}"/>
          </ac:spMkLst>
        </pc:spChg>
        <pc:spChg chg="del mod">
          <ac:chgData name="Adam Ćwikliński (273055)" userId="S::273055@student.pwr.edu.pl::721a083a-c4ba-485b-9dff-f2f1525ba25d" providerId="AD" clId="Web-{9F1E6A36-8742-9993-EB2C-2C91C20B4E15}" dt="2026-05-26T22:14:55.675" v="29"/>
          <ac:spMkLst>
            <pc:docMk/>
            <pc:sldMk cId="1484112165" sldId="264"/>
            <ac:spMk id="3" creationId="{4CA08E14-7475-B57F-A149-73D27FE406A2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3:27:38.049" v="362"/>
          <ac:spMkLst>
            <pc:docMk/>
            <pc:sldMk cId="1484112165" sldId="264"/>
            <ac:spMk id="5" creationId="{D00D96A6-981E-A181-C305-59C74ABD38C1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15:12.130" v="33"/>
          <ac:spMkLst>
            <pc:docMk/>
            <pc:sldMk cId="1484112165" sldId="264"/>
            <ac:spMk id="9" creationId="{5D5E0904-721C-4D68-9EB8-1C9752E329A7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15:12.130" v="33"/>
          <ac:spMkLst>
            <pc:docMk/>
            <pc:sldMk cId="1484112165" sldId="264"/>
            <ac:spMk id="11" creationId="{B298ECBA-3258-45DF-8FD4-7581736BCCBC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15:12.130" v="33"/>
          <ac:spMkLst>
            <pc:docMk/>
            <pc:sldMk cId="1484112165" sldId="264"/>
            <ac:spMk id="13" creationId="{B62BF453-BD82-4B90-9FE7-51703133806E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15:12.130" v="33"/>
          <ac:spMkLst>
            <pc:docMk/>
            <pc:sldMk cId="1484112165" sldId="264"/>
            <ac:spMk id="15" creationId="{072366D3-9B5C-42E1-9906-77FF6BB55EAB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15:12.130" v="33"/>
          <ac:spMkLst>
            <pc:docMk/>
            <pc:sldMk cId="1484112165" sldId="264"/>
            <ac:spMk id="17" creationId="{121F5E60-4E89-4B16-A245-12BD9935998D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19" creationId="{5D5E0904-721C-4D68-9EB8-1C9752E329A7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20" creationId="{D0CDF5D3-7220-42A0-9D37-ECF3BF283B37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21" creationId="{64BC717F-58B3-4A4E-BC3B-1B11323AD5C9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22" creationId="{1EE75710-64C5-4CA8-8A7C-82EE4125C90D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23" creationId="{435050B1-74E1-4A81-923D-0F5971A3BC01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28" creationId="{5D5E0904-721C-4D68-9EB8-1C9752E329A7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30" creationId="{D0CDF5D3-7220-42A0-9D37-ECF3BF283B37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34" creationId="{1EE75710-64C5-4CA8-8A7C-82EE4125C90D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3:27:43.487" v="364"/>
          <ac:spMkLst>
            <pc:docMk/>
            <pc:sldMk cId="1484112165" sldId="264"/>
            <ac:spMk id="36" creationId="{435050B1-74E1-4A81-923D-0F5971A3BC01}"/>
          </ac:spMkLst>
        </pc:spChg>
        <pc:picChg chg="add del mod ord">
          <ac:chgData name="Adam Ćwikliński (273055)" userId="S::273055@student.pwr.edu.pl::721a083a-c4ba-485b-9dff-f2f1525ba25d" providerId="AD" clId="Web-{9F1E6A36-8742-9993-EB2C-2C91C20B4E15}" dt="2026-05-26T23:27:35.596" v="361"/>
          <ac:picMkLst>
            <pc:docMk/>
            <pc:sldMk cId="1484112165" sldId="264"/>
            <ac:picMk id="4" creationId="{7F12AFAE-0185-B789-27F4-F99AF35CE499}"/>
          </ac:picMkLst>
        </pc:picChg>
        <pc:picChg chg="add mod ord">
          <ac:chgData name="Adam Ćwikliński (273055)" userId="S::273055@student.pwr.edu.pl::721a083a-c4ba-485b-9dff-f2f1525ba25d" providerId="AD" clId="Web-{9F1E6A36-8742-9993-EB2C-2C91C20B4E15}" dt="2026-05-26T23:27:52.206" v="368" actId="1076"/>
          <ac:picMkLst>
            <pc:docMk/>
            <pc:sldMk cId="1484112165" sldId="264"/>
            <ac:picMk id="6" creationId="{9D9F5E29-1C58-F1C1-A0AD-F2F6A97FADA0}"/>
          </ac:picMkLst>
        </pc:picChg>
      </pc:sldChg>
      <pc:sldChg chg="addSp delSp modSp new mod setBg">
        <pc:chgData name="Adam Ćwikliński (273055)" userId="S::273055@student.pwr.edu.pl::721a083a-c4ba-485b-9dff-f2f1525ba25d" providerId="AD" clId="Web-{9F1E6A36-8742-9993-EB2C-2C91C20B4E15}" dt="2026-05-26T22:58:56.185" v="347" actId="1076"/>
        <pc:sldMkLst>
          <pc:docMk/>
          <pc:sldMk cId="584247353" sldId="266"/>
        </pc:sldMkLst>
        <pc:spChg chg="mod">
          <ac:chgData name="Adam Ćwikliński (273055)" userId="S::273055@student.pwr.edu.pl::721a083a-c4ba-485b-9dff-f2f1525ba25d" providerId="AD" clId="Web-{9F1E6A36-8742-9993-EB2C-2C91C20B4E15}" dt="2026-05-26T22:22:13.240" v="234" actId="20577"/>
          <ac:spMkLst>
            <pc:docMk/>
            <pc:sldMk cId="584247353" sldId="266"/>
            <ac:spMk id="2" creationId="{5AF5283E-AE5B-3C0B-5A4C-5F45D3EC68EF}"/>
          </ac:spMkLst>
        </pc:spChg>
        <pc:spChg chg="del">
          <ac:chgData name="Adam Ćwikliński (273055)" userId="S::273055@student.pwr.edu.pl::721a083a-c4ba-485b-9dff-f2f1525ba25d" providerId="AD" clId="Web-{9F1E6A36-8742-9993-EB2C-2C91C20B4E15}" dt="2026-05-26T22:16:55.591" v="109"/>
          <ac:spMkLst>
            <pc:docMk/>
            <pc:sldMk cId="584247353" sldId="266"/>
            <ac:spMk id="3" creationId="{C9CDED41-A837-1AB4-4B1C-FA8350D29EA6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58:43.184" v="342"/>
          <ac:spMkLst>
            <pc:docMk/>
            <pc:sldMk cId="584247353" sldId="266"/>
            <ac:spMk id="4" creationId="{22D53C78-170F-AE48-5A0E-11D8B57C7C2B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31:40.410" v="321"/>
          <ac:spMkLst>
            <pc:docMk/>
            <pc:sldMk cId="584247353" sldId="266"/>
            <ac:spMk id="6" creationId="{6A3ADC93-0EB5-A61F-5B2B-3779233C0624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17:06.357" v="111"/>
          <ac:spMkLst>
            <pc:docMk/>
            <pc:sldMk cId="584247353" sldId="266"/>
            <ac:spMk id="8" creationId="{6DEA7DA9-F54F-635A-C113-9254B409FD1A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17:10.951" v="114"/>
          <ac:spMkLst>
            <pc:docMk/>
            <pc:sldMk cId="584247353" sldId="266"/>
            <ac:spMk id="9" creationId="{5D5E0904-721C-4D68-9EB8-1C9752E329A7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17:10.951" v="113"/>
          <ac:spMkLst>
            <pc:docMk/>
            <pc:sldMk cId="584247353" sldId="266"/>
            <ac:spMk id="10" creationId="{2BF883A7-687A-0A37-B052-1CF4EC9F0A66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17:10.951" v="114"/>
          <ac:spMkLst>
            <pc:docMk/>
            <pc:sldMk cId="584247353" sldId="266"/>
            <ac:spMk id="11" creationId="{B298ECBA-3258-45DF-8FD4-7581736BCCBC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17:10.951" v="114"/>
          <ac:spMkLst>
            <pc:docMk/>
            <pc:sldMk cId="584247353" sldId="266"/>
            <ac:spMk id="13" creationId="{B62BF453-BD82-4B90-9FE7-51703133806E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17:10.951" v="114"/>
          <ac:spMkLst>
            <pc:docMk/>
            <pc:sldMk cId="584247353" sldId="266"/>
            <ac:spMk id="15" creationId="{072366D3-9B5C-42E1-9906-77FF6BB55EAB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17:10.951" v="114"/>
          <ac:spMkLst>
            <pc:docMk/>
            <pc:sldMk cId="584247353" sldId="266"/>
            <ac:spMk id="17" creationId="{121F5E60-4E89-4B16-A245-12BD9935998D}"/>
          </ac:spMkLst>
        </pc:spChg>
        <pc:picChg chg="add del mod ord">
          <ac:chgData name="Adam Ćwikliński (273055)" userId="S::273055@student.pwr.edu.pl::721a083a-c4ba-485b-9dff-f2f1525ba25d" providerId="AD" clId="Web-{9F1E6A36-8742-9993-EB2C-2C91C20B4E15}" dt="2026-05-26T22:31:28.160" v="320"/>
          <ac:picMkLst>
            <pc:docMk/>
            <pc:sldMk cId="584247353" sldId="266"/>
            <ac:picMk id="4" creationId="{A6BCF81F-D47B-9975-5A4D-AF7CB560D63B}"/>
          </ac:picMkLst>
        </pc:picChg>
        <pc:picChg chg="add mod ord">
          <ac:chgData name="Adam Ćwikliński (273055)" userId="S::273055@student.pwr.edu.pl::721a083a-c4ba-485b-9dff-f2f1525ba25d" providerId="AD" clId="Web-{9F1E6A36-8742-9993-EB2C-2C91C20B4E15}" dt="2026-05-26T22:58:56.185" v="347" actId="1076"/>
          <ac:picMkLst>
            <pc:docMk/>
            <pc:sldMk cId="584247353" sldId="266"/>
            <ac:picMk id="5" creationId="{4E8A1B3B-AF3E-C3C3-1A75-C3B10CC2F738}"/>
          </ac:picMkLst>
        </pc:picChg>
        <pc:picChg chg="add del mod ord">
          <ac:chgData name="Adam Ćwikliński (273055)" userId="S::273055@student.pwr.edu.pl::721a083a-c4ba-485b-9dff-f2f1525ba25d" providerId="AD" clId="Web-{9F1E6A36-8742-9993-EB2C-2C91C20B4E15}" dt="2026-05-26T22:58:35.387" v="341"/>
          <ac:picMkLst>
            <pc:docMk/>
            <pc:sldMk cId="584247353" sldId="266"/>
            <ac:picMk id="7" creationId="{ED0942DF-BDEC-3B35-E7EC-0C2669948DBF}"/>
          </ac:picMkLst>
        </pc:picChg>
      </pc:sldChg>
      <pc:sldChg chg="modSp new del">
        <pc:chgData name="Adam Ćwikliński (273055)" userId="S::273055@student.pwr.edu.pl::721a083a-c4ba-485b-9dff-f2f1525ba25d" providerId="AD" clId="Web-{9F1E6A36-8742-9993-EB2C-2C91C20B4E15}" dt="2026-05-26T22:15:37.960" v="38"/>
        <pc:sldMkLst>
          <pc:docMk/>
          <pc:sldMk cId="2045731797" sldId="266"/>
        </pc:sldMkLst>
        <pc:spChg chg="mod">
          <ac:chgData name="Adam Ćwikliński (273055)" userId="S::273055@student.pwr.edu.pl::721a083a-c4ba-485b-9dff-f2f1525ba25d" providerId="AD" clId="Web-{9F1E6A36-8742-9993-EB2C-2C91C20B4E15}" dt="2026-05-26T22:15:37.022" v="37" actId="20577"/>
          <ac:spMkLst>
            <pc:docMk/>
            <pc:sldMk cId="2045731797" sldId="266"/>
            <ac:spMk id="2" creationId="{8A3A7883-A149-4A6A-88FC-8878E3B54BDD}"/>
          </ac:spMkLst>
        </pc:spChg>
      </pc:sldChg>
      <pc:sldChg chg="addSp delSp modSp add mod replId setBg">
        <pc:chgData name="Adam Ćwikliński (273055)" userId="S::273055@student.pwr.edu.pl::721a083a-c4ba-485b-9dff-f2f1525ba25d" providerId="AD" clId="Web-{9F1E6A36-8742-9993-EB2C-2C91C20B4E15}" dt="2026-05-26T23:27:19.642" v="360" actId="1076"/>
        <pc:sldMkLst>
          <pc:docMk/>
          <pc:sldMk cId="2284503889" sldId="267"/>
        </pc:sldMkLst>
        <pc:spChg chg="mod">
          <ac:chgData name="Adam Ćwikliński (273055)" userId="S::273055@student.pwr.edu.pl::721a083a-c4ba-485b-9dff-f2f1525ba25d" providerId="AD" clId="Web-{9F1E6A36-8742-9993-EB2C-2C91C20B4E15}" dt="2026-05-26T22:28:47.944" v="301" actId="14100"/>
          <ac:spMkLst>
            <pc:docMk/>
            <pc:sldMk cId="2284503889" sldId="267"/>
            <ac:spMk id="2" creationId="{140AF8BF-2AA1-1CC4-8D70-AE0D3FD0C26C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3:00:07.281" v="349"/>
          <ac:spMkLst>
            <pc:docMk/>
            <pc:sldMk cId="2284503889" sldId="267"/>
            <ac:spMk id="4" creationId="{1E75D03F-791F-826F-BD21-243274F7393C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3:27:10.110" v="355"/>
          <ac:spMkLst>
            <pc:docMk/>
            <pc:sldMk cId="2284503889" sldId="267"/>
            <ac:spMk id="4" creationId="{2A274557-0D47-4268-C3B3-E3932B9096DC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20:06.684" v="182"/>
          <ac:spMkLst>
            <pc:docMk/>
            <pc:sldMk cId="2284503889" sldId="267"/>
            <ac:spMk id="5" creationId="{11BC25DD-2EC1-E28D-9096-5AFD159C32A4}"/>
          </ac:spMkLst>
        </pc:spChg>
        <pc:spChg chg="del">
          <ac:chgData name="Adam Ćwikliński (273055)" userId="S::273055@student.pwr.edu.pl::721a083a-c4ba-485b-9dff-f2f1525ba25d" providerId="AD" clId="Web-{9F1E6A36-8742-9993-EB2C-2C91C20B4E15}" dt="2026-05-26T22:20:16.262" v="184"/>
          <ac:spMkLst>
            <pc:docMk/>
            <pc:sldMk cId="2284503889" sldId="267"/>
            <ac:spMk id="9" creationId="{F4F9E463-E73F-7AF3-1FF0-77DB9CE82E2B}"/>
          </ac:spMkLst>
        </pc:spChg>
        <pc:spChg chg="del">
          <ac:chgData name="Adam Ćwikliński (273055)" userId="S::273055@student.pwr.edu.pl::721a083a-c4ba-485b-9dff-f2f1525ba25d" providerId="AD" clId="Web-{9F1E6A36-8742-9993-EB2C-2C91C20B4E15}" dt="2026-05-26T22:20:16.262" v="184"/>
          <ac:spMkLst>
            <pc:docMk/>
            <pc:sldMk cId="2284503889" sldId="267"/>
            <ac:spMk id="11" creationId="{979113AE-04C4-BF95-6B88-25978EC89D6F}"/>
          </ac:spMkLst>
        </pc:spChg>
        <pc:spChg chg="del">
          <ac:chgData name="Adam Ćwikliński (273055)" userId="S::273055@student.pwr.edu.pl::721a083a-c4ba-485b-9dff-f2f1525ba25d" providerId="AD" clId="Web-{9F1E6A36-8742-9993-EB2C-2C91C20B4E15}" dt="2026-05-26T22:20:16.262" v="184"/>
          <ac:spMkLst>
            <pc:docMk/>
            <pc:sldMk cId="2284503889" sldId="267"/>
            <ac:spMk id="13" creationId="{CFCD7913-C773-6FF4-4A08-5996284DE27D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14" creationId="{97745CC1-F562-25DD-3E8F-97275A9DF2B8}"/>
          </ac:spMkLst>
        </pc:spChg>
        <pc:spChg chg="del">
          <ac:chgData name="Adam Ćwikliński (273055)" userId="S::273055@student.pwr.edu.pl::721a083a-c4ba-485b-9dff-f2f1525ba25d" providerId="AD" clId="Web-{9F1E6A36-8742-9993-EB2C-2C91C20B4E15}" dt="2026-05-26T22:20:16.262" v="184"/>
          <ac:spMkLst>
            <pc:docMk/>
            <pc:sldMk cId="2284503889" sldId="267"/>
            <ac:spMk id="15" creationId="{3A107514-AE13-70BD-4A63-9907073001FC}"/>
          </ac:spMkLst>
        </pc:spChg>
        <pc:spChg chg="del">
          <ac:chgData name="Adam Ćwikliński (273055)" userId="S::273055@student.pwr.edu.pl::721a083a-c4ba-485b-9dff-f2f1525ba25d" providerId="AD" clId="Web-{9F1E6A36-8742-9993-EB2C-2C91C20B4E15}" dt="2026-05-26T22:20:16.262" v="184"/>
          <ac:spMkLst>
            <pc:docMk/>
            <pc:sldMk cId="2284503889" sldId="267"/>
            <ac:spMk id="17" creationId="{46B9BFDB-94FA-7183-66E6-C5D7D17882FA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33:44.859" v="327"/>
          <ac:spMkLst>
            <pc:docMk/>
            <pc:sldMk cId="2284503889" sldId="267"/>
            <ac:spMk id="18" creationId="{E6618A1C-14B1-E324-3D85-DB9E35A3E8B7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36:21.543" v="336"/>
          <ac:spMkLst>
            <pc:docMk/>
            <pc:sldMk cId="2284503889" sldId="267"/>
            <ac:spMk id="21" creationId="{8E443CE7-D3F1-7B2E-0A2A-663E3166D01C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22" creationId="{323D50B8-1D27-420D-BA4A-249914120C5D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24" creationId="{2EFBB176-B6C1-4B5A-AADA-F930947E09CC}"/>
          </ac:spMkLst>
        </pc:spChg>
        <pc:spChg chg="add del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26" creationId="{918CDC34-0F26-409D-B10F-578D4DCC46DE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31" creationId="{5D5E0904-721C-4D68-9EB8-1C9752E329A7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33" creationId="{B298ECBA-3258-45DF-8FD4-7581736BCCBC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35" creationId="{B62BF453-BD82-4B90-9FE7-51703133806E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37" creationId="{072366D3-9B5C-42E1-9906-77FF6BB55EAB}"/>
          </ac:spMkLst>
        </pc:spChg>
        <pc:spChg chg="add">
          <ac:chgData name="Adam Ćwikliński (273055)" userId="S::273055@student.pwr.edu.pl::721a083a-c4ba-485b-9dff-f2f1525ba25d" providerId="AD" clId="Web-{9F1E6A36-8742-9993-EB2C-2C91C20B4E15}" dt="2026-05-26T22:20:38.436" v="186"/>
          <ac:spMkLst>
            <pc:docMk/>
            <pc:sldMk cId="2284503889" sldId="267"/>
            <ac:spMk id="39" creationId="{121F5E60-4E89-4B16-A245-12BD9935998D}"/>
          </ac:spMkLst>
        </pc:spChg>
        <pc:picChg chg="del">
          <ac:chgData name="Adam Ćwikliński (273055)" userId="S::273055@student.pwr.edu.pl::721a083a-c4ba-485b-9dff-f2f1525ba25d" providerId="AD" clId="Web-{9F1E6A36-8742-9993-EB2C-2C91C20B4E15}" dt="2026-05-26T22:19:50.104" v="173"/>
          <ac:picMkLst>
            <pc:docMk/>
            <pc:sldMk cId="2284503889" sldId="267"/>
            <ac:picMk id="4" creationId="{7EA42404-ABEB-0ACA-4932-355434BB9AEF}"/>
          </ac:picMkLst>
        </pc:picChg>
        <pc:picChg chg="add del mod ord">
          <ac:chgData name="Adam Ćwikliński (273055)" userId="S::273055@student.pwr.edu.pl::721a083a-c4ba-485b-9dff-f2f1525ba25d" providerId="AD" clId="Web-{9F1E6A36-8742-9993-EB2C-2C91C20B4E15}" dt="2026-05-26T23:27:08.876" v="354"/>
          <ac:picMkLst>
            <pc:docMk/>
            <pc:sldMk cId="2284503889" sldId="267"/>
            <ac:picMk id="5" creationId="{37CF3F9D-3D14-0E24-CAFA-CB93B6C67474}"/>
          </ac:picMkLst>
        </pc:picChg>
        <pc:picChg chg="add mod ord">
          <ac:chgData name="Adam Ćwikliński (273055)" userId="S::273055@student.pwr.edu.pl::721a083a-c4ba-485b-9dff-f2f1525ba25d" providerId="AD" clId="Web-{9F1E6A36-8742-9993-EB2C-2C91C20B4E15}" dt="2026-05-26T23:27:19.642" v="360" actId="1076"/>
          <ac:picMkLst>
            <pc:docMk/>
            <pc:sldMk cId="2284503889" sldId="267"/>
            <ac:picMk id="6" creationId="{0D102500-E52C-CA36-9655-7412484A13B7}"/>
          </ac:picMkLst>
        </pc:picChg>
        <pc:picChg chg="add del mod ord">
          <ac:chgData name="Adam Ćwikliński (273055)" userId="S::273055@student.pwr.edu.pl::721a083a-c4ba-485b-9dff-f2f1525ba25d" providerId="AD" clId="Web-{9F1E6A36-8742-9993-EB2C-2C91C20B4E15}" dt="2026-05-26T22:20:03.527" v="181"/>
          <ac:picMkLst>
            <pc:docMk/>
            <pc:sldMk cId="2284503889" sldId="267"/>
            <ac:picMk id="6" creationId="{8E4AF06D-52E9-4A41-B626-4FAA719BCA3F}"/>
          </ac:picMkLst>
        </pc:picChg>
        <pc:picChg chg="add del mod">
          <ac:chgData name="Adam Ćwikliński (273055)" userId="S::273055@student.pwr.edu.pl::721a083a-c4ba-485b-9dff-f2f1525ba25d" providerId="AD" clId="Web-{9F1E6A36-8742-9993-EB2C-2C91C20B4E15}" dt="2026-05-26T22:20:03.527" v="180"/>
          <ac:picMkLst>
            <pc:docMk/>
            <pc:sldMk cId="2284503889" sldId="267"/>
            <ac:picMk id="7" creationId="{6D292852-EEAA-F7BC-5B5A-A2E8505701CE}"/>
          </ac:picMkLst>
        </pc:picChg>
        <pc:picChg chg="add del mod ord">
          <ac:chgData name="Adam Ćwikliński (273055)" userId="S::273055@student.pwr.edu.pl::721a083a-c4ba-485b-9dff-f2f1525ba25d" providerId="AD" clId="Web-{9F1E6A36-8742-9993-EB2C-2C91C20B4E15}" dt="2026-05-26T22:20:36.155" v="185"/>
          <ac:picMkLst>
            <pc:docMk/>
            <pc:sldMk cId="2284503889" sldId="267"/>
            <ac:picMk id="8" creationId="{8A8277A9-6FA3-4D01-B0B8-E9777D68C45C}"/>
          </ac:picMkLst>
        </pc:picChg>
        <pc:picChg chg="add del mod">
          <ac:chgData name="Adam Ćwikliński (273055)" userId="S::273055@student.pwr.edu.pl::721a083a-c4ba-485b-9dff-f2f1525ba25d" providerId="AD" clId="Web-{9F1E6A36-8742-9993-EB2C-2C91C20B4E15}" dt="2026-05-26T22:31:25.597" v="319"/>
          <ac:picMkLst>
            <pc:docMk/>
            <pc:sldMk cId="2284503889" sldId="267"/>
            <ac:picMk id="10" creationId="{7A0AA033-3D75-3792-61BE-02BD662F0B0F}"/>
          </ac:picMkLst>
        </pc:picChg>
        <pc:picChg chg="add del mod ord">
          <ac:chgData name="Adam Ćwikliński (273055)" userId="S::273055@student.pwr.edu.pl::721a083a-c4ba-485b-9dff-f2f1525ba25d" providerId="AD" clId="Web-{9F1E6A36-8742-9993-EB2C-2C91C20B4E15}" dt="2026-05-26T22:36:20.293" v="335"/>
          <ac:picMkLst>
            <pc:docMk/>
            <pc:sldMk cId="2284503889" sldId="267"/>
            <ac:picMk id="19" creationId="{25996DCB-625B-7061-9C0A-DAC2D0A9D989}"/>
          </ac:picMkLst>
        </pc:picChg>
        <pc:picChg chg="add del mod ord">
          <ac:chgData name="Adam Ćwikliński (273055)" userId="S::273055@student.pwr.edu.pl::721a083a-c4ba-485b-9dff-f2f1525ba25d" providerId="AD" clId="Web-{9F1E6A36-8742-9993-EB2C-2C91C20B4E15}" dt="2026-05-26T23:00:05.093" v="348"/>
          <ac:picMkLst>
            <pc:docMk/>
            <pc:sldMk cId="2284503889" sldId="267"/>
            <ac:picMk id="23" creationId="{30B6C7C9-A42D-29A5-2731-04DDB778D459}"/>
          </ac:picMkLst>
        </pc:picChg>
      </pc:sldChg>
      <pc:sldChg chg="addSp delSp modSp add replId">
        <pc:chgData name="Adam Ćwikliński (273055)" userId="S::273055@student.pwr.edu.pl::721a083a-c4ba-485b-9dff-f2f1525ba25d" providerId="AD" clId="Web-{9F1E6A36-8742-9993-EB2C-2C91C20B4E15}" dt="2026-05-26T22:31:22.940" v="318" actId="1076"/>
        <pc:sldMkLst>
          <pc:docMk/>
          <pc:sldMk cId="1376955334" sldId="268"/>
        </pc:sldMkLst>
        <pc:spChg chg="mod">
          <ac:chgData name="Adam Ćwikliński (273055)" userId="S::273055@student.pwr.edu.pl::721a083a-c4ba-485b-9dff-f2f1525ba25d" providerId="AD" clId="Web-{9F1E6A36-8742-9993-EB2C-2C91C20B4E15}" dt="2026-05-26T22:28:10.112" v="296" actId="1076"/>
          <ac:spMkLst>
            <pc:docMk/>
            <pc:sldMk cId="1376955334" sldId="268"/>
            <ac:spMk id="2" creationId="{AB9B1480-2933-775A-578A-6BE99823DD6C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30:25.951" v="305"/>
          <ac:spMkLst>
            <pc:docMk/>
            <pc:sldMk cId="1376955334" sldId="268"/>
            <ac:spMk id="4" creationId="{43B6A280-5E38-2BC1-63D5-296EF5521F0B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31:11.830" v="313"/>
          <ac:spMkLst>
            <pc:docMk/>
            <pc:sldMk cId="1376955334" sldId="268"/>
            <ac:spMk id="6" creationId="{366D409F-44A9-725B-8E74-56EB35A55A1E}"/>
          </ac:spMkLst>
        </pc:spChg>
        <pc:picChg chg="add mod ord">
          <ac:chgData name="Adam Ćwikliński (273055)" userId="S::273055@student.pwr.edu.pl::721a083a-c4ba-485b-9dff-f2f1525ba25d" providerId="AD" clId="Web-{9F1E6A36-8742-9993-EB2C-2C91C20B4E15}" dt="2026-05-26T22:31:22.940" v="318" actId="1076"/>
          <ac:picMkLst>
            <pc:docMk/>
            <pc:sldMk cId="1376955334" sldId="268"/>
            <ac:picMk id="7" creationId="{F0D05CBB-4071-EB87-C0D4-2A29837E1F46}"/>
          </ac:picMkLst>
        </pc:picChg>
        <pc:picChg chg="add del">
          <ac:chgData name="Adam Ćwikliński (273055)" userId="S::273055@student.pwr.edu.pl::721a083a-c4ba-485b-9dff-f2f1525ba25d" providerId="AD" clId="Web-{9F1E6A36-8742-9993-EB2C-2C91C20B4E15}" dt="2026-05-26T22:30:27.608" v="306"/>
          <ac:picMkLst>
            <pc:docMk/>
            <pc:sldMk cId="1376955334" sldId="268"/>
            <ac:picMk id="10" creationId="{BFCBD0D4-2EEA-85F0-5C07-D51F39D1FE1E}"/>
          </ac:picMkLst>
        </pc:picChg>
      </pc:sldChg>
      <pc:sldChg chg="new del">
        <pc:chgData name="Adam Ćwikliński (273055)" userId="S::273055@student.pwr.edu.pl::721a083a-c4ba-485b-9dff-f2f1525ba25d" providerId="AD" clId="Web-{9F1E6A36-8742-9993-EB2C-2C91C20B4E15}" dt="2026-05-26T22:22:24.475" v="237"/>
        <pc:sldMkLst>
          <pc:docMk/>
          <pc:sldMk cId="2561585996" sldId="269"/>
        </pc:sldMkLst>
      </pc:sldChg>
      <pc:sldChg chg="addSp delSp modSp add del replId">
        <pc:chgData name="Adam Ćwikliński (273055)" userId="S::273055@student.pwr.edu.pl::721a083a-c4ba-485b-9dff-f2f1525ba25d" providerId="AD" clId="Web-{9F1E6A36-8742-9993-EB2C-2C91C20B4E15}" dt="2026-05-26T22:27:39.610" v="294"/>
        <pc:sldMkLst>
          <pc:docMk/>
          <pc:sldMk cId="575192367" sldId="270"/>
        </pc:sldMkLst>
        <pc:spChg chg="mod">
          <ac:chgData name="Adam Ćwikliński (273055)" userId="S::273055@student.pwr.edu.pl::721a083a-c4ba-485b-9dff-f2f1525ba25d" providerId="AD" clId="Web-{9F1E6A36-8742-9993-EB2C-2C91C20B4E15}" dt="2026-05-26T22:27:29.203" v="292" actId="1076"/>
          <ac:spMkLst>
            <pc:docMk/>
            <pc:sldMk cId="575192367" sldId="270"/>
            <ac:spMk id="2" creationId="{137B5817-08E1-759E-155A-214BEB11D558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25:29.240" v="274"/>
          <ac:spMkLst>
            <pc:docMk/>
            <pc:sldMk cId="575192367" sldId="270"/>
            <ac:spMk id="4" creationId="{A21F8530-9CCA-0651-521A-0ABB06201076}"/>
          </ac:spMkLst>
        </pc:spChg>
        <pc:picChg chg="add del mod ord">
          <ac:chgData name="Adam Ćwikliński (273055)" userId="S::273055@student.pwr.edu.pl::721a083a-c4ba-485b-9dff-f2f1525ba25d" providerId="AD" clId="Web-{9F1E6A36-8742-9993-EB2C-2C91C20B4E15}" dt="2026-05-26T22:25:29.240" v="274"/>
          <ac:picMkLst>
            <pc:docMk/>
            <pc:sldMk cId="575192367" sldId="270"/>
            <ac:picMk id="5" creationId="{1646859E-3545-4874-C006-427570A31C80}"/>
          </ac:picMkLst>
        </pc:picChg>
        <pc:picChg chg="del">
          <ac:chgData name="Adam Ćwikliński (273055)" userId="S::273055@student.pwr.edu.pl::721a083a-c4ba-485b-9dff-f2f1525ba25d" providerId="AD" clId="Web-{9F1E6A36-8742-9993-EB2C-2C91C20B4E15}" dt="2026-05-26T22:25:25.724" v="272"/>
          <ac:picMkLst>
            <pc:docMk/>
            <pc:sldMk cId="575192367" sldId="270"/>
            <ac:picMk id="10" creationId="{21A2FAA4-A7D6-F65C-426F-8DE1277BB442}"/>
          </ac:picMkLst>
        </pc:picChg>
      </pc:sldChg>
      <pc:sldChg chg="addSp delSp modSp add ord replId">
        <pc:chgData name="Adam Ćwikliński (273055)" userId="S::273055@student.pwr.edu.pl::721a083a-c4ba-485b-9dff-f2f1525ba25d" providerId="AD" clId="Web-{9F1E6A36-8742-9993-EB2C-2C91C20B4E15}" dt="2026-05-26T22:30:41.015" v="312" actId="1076"/>
        <pc:sldMkLst>
          <pc:docMk/>
          <pc:sldMk cId="1190777708" sldId="271"/>
        </pc:sldMkLst>
        <pc:spChg chg="mod">
          <ac:chgData name="Adam Ćwikliński (273055)" userId="S::273055@student.pwr.edu.pl::721a083a-c4ba-485b-9dff-f2f1525ba25d" providerId="AD" clId="Web-{9F1E6A36-8742-9993-EB2C-2C91C20B4E15}" dt="2026-05-26T22:28:55.600" v="302" actId="14100"/>
          <ac:spMkLst>
            <pc:docMk/>
            <pc:sldMk cId="1190777708" sldId="271"/>
            <ac:spMk id="2" creationId="{F2800B92-C629-19A4-5B88-1A6A04BB4C39}"/>
          </ac:spMkLst>
        </pc:spChg>
        <pc:spChg chg="add del mod">
          <ac:chgData name="Adam Ćwikliński (273055)" userId="S::273055@student.pwr.edu.pl::721a083a-c4ba-485b-9dff-f2f1525ba25d" providerId="AD" clId="Web-{9F1E6A36-8742-9993-EB2C-2C91C20B4E15}" dt="2026-05-26T22:30:30.639" v="307"/>
          <ac:spMkLst>
            <pc:docMk/>
            <pc:sldMk cId="1190777708" sldId="271"/>
            <ac:spMk id="4" creationId="{3DDD1677-5335-2D57-60E9-685E204FA4B8}"/>
          </ac:spMkLst>
        </pc:spChg>
        <pc:picChg chg="add mod ord modCrop">
          <ac:chgData name="Adam Ćwikliński (273055)" userId="S::273055@student.pwr.edu.pl::721a083a-c4ba-485b-9dff-f2f1525ba25d" providerId="AD" clId="Web-{9F1E6A36-8742-9993-EB2C-2C91C20B4E15}" dt="2026-05-26T22:30:41.015" v="312" actId="1076"/>
          <ac:picMkLst>
            <pc:docMk/>
            <pc:sldMk cId="1190777708" sldId="271"/>
            <ac:picMk id="5" creationId="{621ADA96-186C-82C5-3859-BF539B5B9611}"/>
          </ac:picMkLst>
        </pc:picChg>
        <pc:picChg chg="del">
          <ac:chgData name="Adam Ćwikliński (273055)" userId="S::273055@student.pwr.edu.pl::721a083a-c4ba-485b-9dff-f2f1525ba25d" providerId="AD" clId="Web-{9F1E6A36-8742-9993-EB2C-2C91C20B4E15}" dt="2026-05-26T22:29:02.601" v="303"/>
          <ac:picMkLst>
            <pc:docMk/>
            <pc:sldMk cId="1190777708" sldId="271"/>
            <ac:picMk id="10" creationId="{DFF3A57C-954C-580F-E3BC-BFEC9B8FEA8D}"/>
          </ac:picMkLst>
        </pc:picChg>
      </pc:sldChg>
    </pc:docChg>
  </pc:docChgLst>
  <pc:docChgLst>
    <pc:chgData name="Tobiasz Bazan (268856)" userId="S::268856@student.pwr.edu.pl::021bcbe5-e36f-42b8-a1ca-7b78a5a72c71" providerId="AD" clId="Web-{DC0DDFDD-C2D0-F906-F561-D5087917F119}"/>
    <pc:docChg chg="mod addSld modSld addMainMaster delMainMaster">
      <pc:chgData name="Tobiasz Bazan (268856)" userId="S::268856@student.pwr.edu.pl::021bcbe5-e36f-42b8-a1ca-7b78a5a72c71" providerId="AD" clId="Web-{DC0DDFDD-C2D0-F906-F561-D5087917F119}" dt="2026-05-26T20:16:52.789" v="60" actId="20577"/>
      <pc:docMkLst>
        <pc:docMk/>
      </pc:docMkLst>
      <pc:sldChg chg="modSp mod modClrScheme chgLayout">
        <pc:chgData name="Tobiasz Bazan (268856)" userId="S::268856@student.pwr.edu.pl::021bcbe5-e36f-42b8-a1ca-7b78a5a72c71" providerId="AD" clId="Web-{DC0DDFDD-C2D0-F906-F561-D5087917F119}" dt="2026-05-26T20:11:50.491" v="49"/>
        <pc:sldMkLst>
          <pc:docMk/>
          <pc:sldMk cId="650317164" sldId="256"/>
        </pc:sldMkLst>
        <pc:spChg chg="mod ord">
          <ac:chgData name="Tobiasz Bazan (268856)" userId="S::268856@student.pwr.edu.pl::021bcbe5-e36f-42b8-a1ca-7b78a5a72c71" providerId="AD" clId="Web-{DC0DDFDD-C2D0-F906-F561-D5087917F119}" dt="2026-05-26T20:11:50.491" v="49"/>
          <ac:spMkLst>
            <pc:docMk/>
            <pc:sldMk cId="650317164" sldId="256"/>
            <ac:spMk id="2" creationId="{00000000-0000-0000-0000-000000000000}"/>
          </ac:spMkLst>
        </pc:spChg>
        <pc:spChg chg="mod ord">
          <ac:chgData name="Tobiasz Bazan (268856)" userId="S::268856@student.pwr.edu.pl::021bcbe5-e36f-42b8-a1ca-7b78a5a72c71" providerId="AD" clId="Web-{DC0DDFDD-C2D0-F906-F561-D5087917F119}" dt="2026-05-26T20:11:50.491" v="49"/>
          <ac:spMkLst>
            <pc:docMk/>
            <pc:sldMk cId="650317164" sldId="256"/>
            <ac:spMk id="3" creationId="{00000000-0000-0000-0000-000000000000}"/>
          </ac:spMkLst>
        </pc:spChg>
      </pc:sldChg>
      <pc:sldChg chg="modSp new mod modClrScheme chgLayout">
        <pc:chgData name="Tobiasz Bazan (268856)" userId="S::268856@student.pwr.edu.pl::021bcbe5-e36f-42b8-a1ca-7b78a5a72c71" providerId="AD" clId="Web-{DC0DDFDD-C2D0-F906-F561-D5087917F119}" dt="2026-05-26T20:11:50.491" v="49"/>
        <pc:sldMkLst>
          <pc:docMk/>
          <pc:sldMk cId="4067913483" sldId="257"/>
        </pc:sldMkLst>
        <pc:spChg chg="mod ord">
          <ac:chgData name="Tobiasz Bazan (268856)" userId="S::268856@student.pwr.edu.pl::021bcbe5-e36f-42b8-a1ca-7b78a5a72c71" providerId="AD" clId="Web-{DC0DDFDD-C2D0-F906-F561-D5087917F119}" dt="2026-05-26T20:11:50.491" v="49"/>
          <ac:spMkLst>
            <pc:docMk/>
            <pc:sldMk cId="4067913483" sldId="257"/>
            <ac:spMk id="2" creationId="{227801F0-0BD9-4E63-F568-FB543621B7C9}"/>
          </ac:spMkLst>
        </pc:spChg>
        <pc:spChg chg="mod ord">
          <ac:chgData name="Tobiasz Bazan (268856)" userId="S::268856@student.pwr.edu.pl::021bcbe5-e36f-42b8-a1ca-7b78a5a72c71" providerId="AD" clId="Web-{DC0DDFDD-C2D0-F906-F561-D5087917F119}" dt="2026-05-26T20:11:50.491" v="49"/>
          <ac:spMkLst>
            <pc:docMk/>
            <pc:sldMk cId="4067913483" sldId="257"/>
            <ac:spMk id="3" creationId="{F5705C29-0D94-6D7C-4C6A-62BDC81EE585}"/>
          </ac:spMkLst>
        </pc:spChg>
      </pc:sldChg>
      <pc:sldChg chg="modSp new mod modClrScheme chgLayout">
        <pc:chgData name="Tobiasz Bazan (268856)" userId="S::268856@student.pwr.edu.pl::021bcbe5-e36f-42b8-a1ca-7b78a5a72c71" providerId="AD" clId="Web-{DC0DDFDD-C2D0-F906-F561-D5087917F119}" dt="2026-05-26T20:11:50.491" v="49"/>
        <pc:sldMkLst>
          <pc:docMk/>
          <pc:sldMk cId="48669727" sldId="258"/>
        </pc:sldMkLst>
        <pc:spChg chg="mod ord">
          <ac:chgData name="Tobiasz Bazan (268856)" userId="S::268856@student.pwr.edu.pl::021bcbe5-e36f-42b8-a1ca-7b78a5a72c71" providerId="AD" clId="Web-{DC0DDFDD-C2D0-F906-F561-D5087917F119}" dt="2026-05-26T20:11:50.491" v="49"/>
          <ac:spMkLst>
            <pc:docMk/>
            <pc:sldMk cId="48669727" sldId="258"/>
            <ac:spMk id="2" creationId="{29B3AD46-4829-32A2-608D-6355B2223417}"/>
          </ac:spMkLst>
        </pc:spChg>
        <pc:spChg chg="mod ord">
          <ac:chgData name="Tobiasz Bazan (268856)" userId="S::268856@student.pwr.edu.pl::021bcbe5-e36f-42b8-a1ca-7b78a5a72c71" providerId="AD" clId="Web-{DC0DDFDD-C2D0-F906-F561-D5087917F119}" dt="2026-05-26T20:11:50.491" v="49"/>
          <ac:spMkLst>
            <pc:docMk/>
            <pc:sldMk cId="48669727" sldId="258"/>
            <ac:spMk id="3" creationId="{E21E8236-FCBD-E1E2-5184-C566456B3220}"/>
          </ac:spMkLst>
        </pc:spChg>
      </pc:sldChg>
      <pc:sldChg chg="modSp new mod modClrScheme chgLayout">
        <pc:chgData name="Tobiasz Bazan (268856)" userId="S::268856@student.pwr.edu.pl::021bcbe5-e36f-42b8-a1ca-7b78a5a72c71" providerId="AD" clId="Web-{DC0DDFDD-C2D0-F906-F561-D5087917F119}" dt="2026-05-26T20:11:50.491" v="49"/>
        <pc:sldMkLst>
          <pc:docMk/>
          <pc:sldMk cId="3913458038" sldId="259"/>
        </pc:sldMkLst>
        <pc:spChg chg="mod ord">
          <ac:chgData name="Tobiasz Bazan (268856)" userId="S::268856@student.pwr.edu.pl::021bcbe5-e36f-42b8-a1ca-7b78a5a72c71" providerId="AD" clId="Web-{DC0DDFDD-C2D0-F906-F561-D5087917F119}" dt="2026-05-26T20:11:50.491" v="49"/>
          <ac:spMkLst>
            <pc:docMk/>
            <pc:sldMk cId="3913458038" sldId="259"/>
            <ac:spMk id="2" creationId="{BED0624B-8435-CF0C-457B-F06CEB5882C9}"/>
          </ac:spMkLst>
        </pc:spChg>
        <pc:spChg chg="mod ord">
          <ac:chgData name="Tobiasz Bazan (268856)" userId="S::268856@student.pwr.edu.pl::021bcbe5-e36f-42b8-a1ca-7b78a5a72c71" providerId="AD" clId="Web-{DC0DDFDD-C2D0-F906-F561-D5087917F119}" dt="2026-05-26T20:11:50.491" v="49"/>
          <ac:spMkLst>
            <pc:docMk/>
            <pc:sldMk cId="3913458038" sldId="259"/>
            <ac:spMk id="3" creationId="{C58F73AC-E90A-1D17-019B-67AC38500855}"/>
          </ac:spMkLst>
        </pc:spChg>
      </pc:sldChg>
      <pc:sldChg chg="modSp new">
        <pc:chgData name="Tobiasz Bazan (268856)" userId="S::268856@student.pwr.edu.pl::021bcbe5-e36f-42b8-a1ca-7b78a5a72c71" providerId="AD" clId="Web-{DC0DDFDD-C2D0-F906-F561-D5087917F119}" dt="2026-05-26T20:13:13.491" v="55" actId="20577"/>
        <pc:sldMkLst>
          <pc:docMk/>
          <pc:sldMk cId="4161833375" sldId="260"/>
        </pc:sldMkLst>
        <pc:spChg chg="mod">
          <ac:chgData name="Tobiasz Bazan (268856)" userId="S::268856@student.pwr.edu.pl::021bcbe5-e36f-42b8-a1ca-7b78a5a72c71" providerId="AD" clId="Web-{DC0DDFDD-C2D0-F906-F561-D5087917F119}" dt="2026-05-26T20:12:53.991" v="53" actId="20577"/>
          <ac:spMkLst>
            <pc:docMk/>
            <pc:sldMk cId="4161833375" sldId="260"/>
            <ac:spMk id="2" creationId="{A1525CDD-A8B2-2224-6258-67CE09F4CD6E}"/>
          </ac:spMkLst>
        </pc:spChg>
        <pc:spChg chg="mod">
          <ac:chgData name="Tobiasz Bazan (268856)" userId="S::268856@student.pwr.edu.pl::021bcbe5-e36f-42b8-a1ca-7b78a5a72c71" providerId="AD" clId="Web-{DC0DDFDD-C2D0-F906-F561-D5087917F119}" dt="2026-05-26T20:13:13.491" v="55" actId="20577"/>
          <ac:spMkLst>
            <pc:docMk/>
            <pc:sldMk cId="4161833375" sldId="260"/>
            <ac:spMk id="3" creationId="{6AE13D21-357F-2398-05DB-068786A07DFD}"/>
          </ac:spMkLst>
        </pc:spChg>
      </pc:sldChg>
      <pc:sldChg chg="modSp new">
        <pc:chgData name="Tobiasz Bazan (268856)" userId="S::268856@student.pwr.edu.pl::021bcbe5-e36f-42b8-a1ca-7b78a5a72c71" providerId="AD" clId="Web-{DC0DDFDD-C2D0-F906-F561-D5087917F119}" dt="2026-05-26T20:16:52.789" v="60" actId="20577"/>
        <pc:sldMkLst>
          <pc:docMk/>
          <pc:sldMk cId="775191019" sldId="261"/>
        </pc:sldMkLst>
        <pc:spChg chg="mod">
          <ac:chgData name="Tobiasz Bazan (268856)" userId="S::268856@student.pwr.edu.pl::021bcbe5-e36f-42b8-a1ca-7b78a5a72c71" providerId="AD" clId="Web-{DC0DDFDD-C2D0-F906-F561-D5087917F119}" dt="2026-05-26T20:16:22.632" v="59" actId="20577"/>
          <ac:spMkLst>
            <pc:docMk/>
            <pc:sldMk cId="775191019" sldId="261"/>
            <ac:spMk id="2" creationId="{F4909B94-56D1-C845-7FE2-085870A11F66}"/>
          </ac:spMkLst>
        </pc:spChg>
        <pc:spChg chg="mod">
          <ac:chgData name="Tobiasz Bazan (268856)" userId="S::268856@student.pwr.edu.pl::021bcbe5-e36f-42b8-a1ca-7b78a5a72c71" providerId="AD" clId="Web-{DC0DDFDD-C2D0-F906-F561-D5087917F119}" dt="2026-05-26T20:16:52.789" v="60" actId="20577"/>
          <ac:spMkLst>
            <pc:docMk/>
            <pc:sldMk cId="775191019" sldId="261"/>
            <ac:spMk id="3" creationId="{085D6747-2925-9EB1-2999-8CA0106FA6E6}"/>
          </ac:spMkLst>
        </pc:spChg>
      </pc:sldChg>
      <pc:sldMasterChg chg="del delSldLayout">
        <pc:chgData name="Tobiasz Bazan (268856)" userId="S::268856@student.pwr.edu.pl::021bcbe5-e36f-42b8-a1ca-7b78a5a72c71" providerId="AD" clId="Web-{DC0DDFDD-C2D0-F906-F561-D5087917F119}" dt="2026-05-26T20:04:32.046" v="10"/>
        <pc:sldMasterMkLst>
          <pc:docMk/>
          <pc:sldMasterMk cId="3926633689" sldId="2147483648"/>
        </pc:sldMasterMkLst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3391757436" sldId="2147483649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967380084" sldId="2147483650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13234121" sldId="2147483651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3883036252" sldId="2147483652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961808292" sldId="2147483653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1544797292" sldId="2147483654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1850839136" sldId="2147483655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2715530444" sldId="2147483656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3024906009" sldId="2147483657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2454508176" sldId="2147483658"/>
          </pc:sldLayoutMkLst>
        </pc:sldLayoutChg>
        <pc:sldLayoutChg chg="del">
          <pc:chgData name="Tobiasz Bazan (268856)" userId="S::268856@student.pwr.edu.pl::021bcbe5-e36f-42b8-a1ca-7b78a5a72c71" providerId="AD" clId="Web-{DC0DDFDD-C2D0-F906-F561-D5087917F119}" dt="2026-05-26T20:04:32.046" v="10"/>
          <pc:sldLayoutMkLst>
            <pc:docMk/>
            <pc:sldMasterMk cId="3926633689" sldId="2147483648"/>
            <pc:sldLayoutMk cId="1340386666" sldId="2147483659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04:33.968" v="11"/>
        <pc:sldMasterMkLst>
          <pc:docMk/>
          <pc:sldMasterMk cId="3709930473" sldId="2147483660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3767418693" sldId="214748366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1912831583" sldId="214748366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1452479895" sldId="214748366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872460621" sldId="214748366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906535138" sldId="214748366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3629031861" sldId="214748366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88029965" sldId="214748366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1756977101" sldId="214748366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3217082206" sldId="214748366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133276820" sldId="214748367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3.968" v="11"/>
          <pc:sldLayoutMkLst>
            <pc:docMk/>
            <pc:sldMasterMk cId="3709930473" sldId="2147483660"/>
            <pc:sldLayoutMk cId="888298273" sldId="2147483671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04:37.202" v="12"/>
        <pc:sldMasterMkLst>
          <pc:docMk/>
          <pc:sldMasterMk cId="919456848" sldId="2147483672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1022523618" sldId="214748367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4014861648" sldId="214748367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2049514873" sldId="214748367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2480176803" sldId="214748367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2755548414" sldId="214748367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37766104" sldId="214748367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446639846" sldId="214748367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3065242236" sldId="214748368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1629373864" sldId="214748368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3725553427" sldId="214748368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37.202" v="12"/>
          <pc:sldLayoutMkLst>
            <pc:docMk/>
            <pc:sldMasterMk cId="919456848" sldId="2147483672"/>
            <pc:sldLayoutMk cId="1970197491" sldId="2147483683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04:40.281" v="14"/>
        <pc:sldMasterMkLst>
          <pc:docMk/>
          <pc:sldMasterMk cId="3680135188" sldId="2147483684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480555766" sldId="214748368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3148495586" sldId="214748368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2219319721" sldId="214748368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2060831986" sldId="214748368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4083724168" sldId="214748368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2573116029" sldId="214748369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2524989338" sldId="214748369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1604404464" sldId="214748369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1946920550" sldId="214748369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782954181" sldId="214748369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0.281" v="14"/>
          <pc:sldLayoutMkLst>
            <pc:docMk/>
            <pc:sldMasterMk cId="3680135188" sldId="2147483684"/>
            <pc:sldLayoutMk cId="3618236854" sldId="2147483695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04:45.171" v="15"/>
        <pc:sldMasterMkLst>
          <pc:docMk/>
          <pc:sldMasterMk cId="399721950" sldId="2147483696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255774907" sldId="214748369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2573218196" sldId="214748369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807877883" sldId="214748369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2730115813" sldId="214748370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1201552144" sldId="214748370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410137381" sldId="214748370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3877893530" sldId="214748370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2218636508" sldId="214748370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1692012577" sldId="214748370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1294574139" sldId="214748370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45.171" v="15"/>
          <pc:sldLayoutMkLst>
            <pc:docMk/>
            <pc:sldMasterMk cId="399721950" sldId="2147483696"/>
            <pc:sldLayoutMk cId="1149698486" sldId="2147483707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04:52.234" v="16"/>
        <pc:sldMasterMkLst>
          <pc:docMk/>
          <pc:sldMasterMk cId="2851034399" sldId="2147483708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3923570417" sldId="214748370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4291395735" sldId="214748371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1119220905" sldId="214748371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1590398392" sldId="214748371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2708607927" sldId="214748371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2294365588" sldId="214748371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565424020" sldId="214748371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1526524959" sldId="214748371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1245282181" sldId="214748371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955527041" sldId="214748371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934451882" sldId="214748371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3524388100" sldId="214748372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2550010061" sldId="214748372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1474333478" sldId="214748372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2950234662" sldId="214748372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295778069" sldId="214748372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4:52.234" v="16"/>
          <pc:sldLayoutMkLst>
            <pc:docMk/>
            <pc:sldMasterMk cId="2851034399" sldId="2147483708"/>
            <pc:sldLayoutMk cId="3623553095" sldId="2147483725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05:07.687" v="17"/>
        <pc:sldMasterMkLst>
          <pc:docMk/>
          <pc:sldMasterMk cId="3853870613" sldId="2147483726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391045414" sldId="214748372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2187665917" sldId="214748372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166381488" sldId="214748372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747710280" sldId="214748373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2652118654" sldId="214748373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265266378" sldId="214748373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1533945841" sldId="214748373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274835712" sldId="214748373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3295979870" sldId="214748373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3653400818" sldId="214748373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3830526727" sldId="214748373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2467907358" sldId="214748373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3442873771" sldId="214748373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611955852" sldId="214748374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2280472619" sldId="214748374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1616627034" sldId="214748374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05:07.687" v="17"/>
          <pc:sldLayoutMkLst>
            <pc:docMk/>
            <pc:sldMasterMk cId="3853870613" sldId="2147483726"/>
            <pc:sldLayoutMk cId="298905981" sldId="2147483743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27.549" v="40"/>
        <pc:sldMasterMkLst>
          <pc:docMk/>
          <pc:sldMasterMk cId="3933869399" sldId="2147483744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3044014446" sldId="214748374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2828671782" sldId="214748374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138629381" sldId="214748374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2095149776" sldId="214748374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1943866450" sldId="214748374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3953808074" sldId="214748375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4135816471" sldId="214748375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1456142404" sldId="214748375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3002598566" sldId="214748375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3389075026" sldId="214748375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7.549" v="40"/>
          <pc:sldLayoutMkLst>
            <pc:docMk/>
            <pc:sldMasterMk cId="3933869399" sldId="2147483744"/>
            <pc:sldLayoutMk cId="1822887612" sldId="2147483755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29.721" v="41"/>
        <pc:sldMasterMkLst>
          <pc:docMk/>
          <pc:sldMasterMk cId="1327076385" sldId="2147483756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856514332" sldId="214748375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1293816995" sldId="214748375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3020408311" sldId="214748375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1430848069" sldId="214748376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2534523898" sldId="214748376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2315851853" sldId="214748376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1948091925" sldId="214748376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467943131" sldId="214748376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3440577249" sldId="214748376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1562701017" sldId="214748376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29.721" v="41"/>
          <pc:sldLayoutMkLst>
            <pc:docMk/>
            <pc:sldMasterMk cId="1327076385" sldId="2147483756"/>
            <pc:sldLayoutMk cId="3369484418" sldId="2147483767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31.064" v="42"/>
        <pc:sldMasterMkLst>
          <pc:docMk/>
          <pc:sldMasterMk cId="666680089" sldId="2147483768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2782640845" sldId="214748376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1094479079" sldId="214748377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263839786" sldId="214748377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903435264" sldId="214748377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3931743955" sldId="214748377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2248096582" sldId="214748377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1417717848" sldId="214748377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3551015132" sldId="214748377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2809602747" sldId="214748377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1467357078" sldId="214748377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1.064" v="42"/>
          <pc:sldLayoutMkLst>
            <pc:docMk/>
            <pc:sldMasterMk cId="666680089" sldId="2147483768"/>
            <pc:sldLayoutMk cId="4252899983" sldId="2147483779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32.955" v="43"/>
        <pc:sldMasterMkLst>
          <pc:docMk/>
          <pc:sldMasterMk cId="2167447343" sldId="2147483780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1815948840" sldId="214748378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375323278" sldId="214748378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2312346598" sldId="214748378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3308719919" sldId="214748378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3847923891" sldId="214748378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2293357416" sldId="214748378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2042747867" sldId="214748378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4279700489" sldId="214748378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3160678831" sldId="214748378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472792291" sldId="214748379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2.955" v="43"/>
          <pc:sldLayoutMkLst>
            <pc:docMk/>
            <pc:sldMasterMk cId="2167447343" sldId="2147483780"/>
            <pc:sldLayoutMk cId="2414786814" sldId="2147483791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36.314" v="44"/>
        <pc:sldMasterMkLst>
          <pc:docMk/>
          <pc:sldMasterMk cId="2284165634" sldId="2147483792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2830846641" sldId="214748379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1210810851" sldId="214748379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2171835028" sldId="214748379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1746942510" sldId="214748379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2801081602" sldId="214748379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1653080351" sldId="214748379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212498427" sldId="214748379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1793547843" sldId="214748380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3527878002" sldId="214748380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866046838" sldId="214748380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36.314" v="44"/>
          <pc:sldLayoutMkLst>
            <pc:docMk/>
            <pc:sldMasterMk cId="2284165634" sldId="2147483792"/>
            <pc:sldLayoutMk cId="2227305622" sldId="2147483803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40.627" v="45"/>
        <pc:sldMasterMkLst>
          <pc:docMk/>
          <pc:sldMasterMk cId="1027597308" sldId="2147483804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4004450554" sldId="214748380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3964801635" sldId="214748380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89629315" sldId="214748380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3978565316" sldId="214748380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3111579842" sldId="214748380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2790480356" sldId="214748381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967737965" sldId="214748381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1402844107" sldId="214748381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1554559338" sldId="214748381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3075313261" sldId="214748381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0.627" v="45"/>
          <pc:sldLayoutMkLst>
            <pc:docMk/>
            <pc:sldMasterMk cId="1027597308" sldId="2147483804"/>
            <pc:sldLayoutMk cId="1837913646" sldId="2147483815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41.674" v="46"/>
        <pc:sldMasterMkLst>
          <pc:docMk/>
          <pc:sldMasterMk cId="2303986239" sldId="2147483816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2620455382" sldId="214748381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2350623854" sldId="214748381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1880905552" sldId="214748381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863194560" sldId="214748382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2615537686" sldId="214748382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2984142112" sldId="214748382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1029426944" sldId="214748382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3276328759" sldId="214748382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2692167256" sldId="214748382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2258081167" sldId="214748382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1.674" v="46"/>
          <pc:sldLayoutMkLst>
            <pc:docMk/>
            <pc:sldMasterMk cId="2303986239" sldId="2147483816"/>
            <pc:sldLayoutMk cId="2591003020" sldId="2147483827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43.627" v="47"/>
        <pc:sldMasterMkLst>
          <pc:docMk/>
          <pc:sldMasterMk cId="869435523" sldId="2147483828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2852538888" sldId="214748382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863011579" sldId="214748383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3854550982" sldId="214748383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3717835726" sldId="214748383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1383761257" sldId="214748383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3541239057" sldId="214748383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589861973" sldId="214748383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2179526278" sldId="214748383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1888064940" sldId="214748383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2700553279" sldId="214748383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3.627" v="47"/>
          <pc:sldLayoutMkLst>
            <pc:docMk/>
            <pc:sldMasterMk cId="869435523" sldId="2147483828"/>
            <pc:sldLayoutMk cId="3362244253" sldId="2147483839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47.471" v="48"/>
        <pc:sldMasterMkLst>
          <pc:docMk/>
          <pc:sldMasterMk cId="747791044" sldId="2147483840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3584070978" sldId="214748384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2306055839" sldId="214748384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4131520889" sldId="214748384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1691008340" sldId="214748384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1477687230" sldId="214748384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3846408256" sldId="214748384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16649011" sldId="214748384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1058601018" sldId="214748384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437152960" sldId="214748384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1477630098" sldId="214748385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47.471" v="48"/>
          <pc:sldLayoutMkLst>
            <pc:docMk/>
            <pc:sldMasterMk cId="747791044" sldId="2147483840"/>
            <pc:sldLayoutMk cId="4092618195" sldId="2147483851"/>
          </pc:sldLayoutMkLst>
        </pc:sldLayoutChg>
      </pc:sldMasterChg>
      <pc:sldMasterChg chg="add del addSldLayout delSldLayout modSldLayout">
        <pc:chgData name="Tobiasz Bazan (268856)" userId="S::268856@student.pwr.edu.pl::021bcbe5-e36f-42b8-a1ca-7b78a5a72c71" providerId="AD" clId="Web-{DC0DDFDD-C2D0-F906-F561-D5087917F119}" dt="2026-05-26T20:11:50.491" v="49"/>
        <pc:sldMasterMkLst>
          <pc:docMk/>
          <pc:sldMasterMk cId="272593689" sldId="2147483852"/>
        </pc:sldMasterMkLst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2776633284" sldId="2147483853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2961499360" sldId="2147483854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1181044887" sldId="2147483855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2483287479" sldId="2147483856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80849534" sldId="2147483857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3876353657" sldId="2147483858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735572404" sldId="2147483859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3052373705" sldId="2147483860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1680964635" sldId="2147483861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1299346531" sldId="2147483862"/>
          </pc:sldLayoutMkLst>
        </pc:sldLayoutChg>
        <pc:sldLayoutChg chg="add del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272593689" sldId="2147483852"/>
            <pc:sldLayoutMk cId="140419108" sldId="2147483863"/>
          </pc:sldLayoutMkLst>
        </pc:sldLayoutChg>
      </pc:sldMasterChg>
      <pc:sldMasterChg chg="add addSldLayout modSldLayout">
        <pc:chgData name="Tobiasz Bazan (268856)" userId="S::268856@student.pwr.edu.pl::021bcbe5-e36f-42b8-a1ca-7b78a5a72c71" providerId="AD" clId="Web-{DC0DDFDD-C2D0-F906-F561-D5087917F119}" dt="2026-05-26T20:11:50.491" v="49"/>
        <pc:sldMasterMkLst>
          <pc:docMk/>
          <pc:sldMasterMk cId="3279699045" sldId="2147483864"/>
        </pc:sldMasterMkLst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4282788441" sldId="2147483865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535482456" sldId="2147483866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3037509958" sldId="2147483867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1260355567" sldId="2147483868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2618188573" sldId="2147483869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3003204505" sldId="2147483870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2739090290" sldId="2147483871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3536331429" sldId="2147483872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1023987852" sldId="2147483873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3135510624" sldId="2147483874"/>
          </pc:sldLayoutMkLst>
        </pc:sldLayoutChg>
        <pc:sldLayoutChg chg="add mod replId">
          <pc:chgData name="Tobiasz Bazan (268856)" userId="S::268856@student.pwr.edu.pl::021bcbe5-e36f-42b8-a1ca-7b78a5a72c71" providerId="AD" clId="Web-{DC0DDFDD-C2D0-F906-F561-D5087917F119}" dt="2026-05-26T20:11:50.491" v="49"/>
          <pc:sldLayoutMkLst>
            <pc:docMk/>
            <pc:sldMasterMk cId="3279699045" sldId="2147483864"/>
            <pc:sldLayoutMk cId="818617358" sldId="214748387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278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8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37509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55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8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0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9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3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8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1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17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9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pl-PL"/>
              <a:t>Budget Analisys Project S3</a:t>
            </a:r>
          </a:p>
          <a:p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pl-PL"/>
              <a:t>Authors: Marek Kocik (PM), Adam Ćwikliński, Jakub Kamiński, Tobiasz Bazan</a:t>
            </a:r>
            <a:endParaRPr lang="en-US"/>
          </a:p>
          <a:p>
            <a:pPr marL="342900" indent="-3429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pl-PL">
                <a:ea typeface="+mn-lt"/>
                <a:cs typeface="+mn-lt"/>
              </a:rPr>
              <a:t>Software System Development</a:t>
            </a:r>
            <a:endParaRPr lang="pl-PL"/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endParaRPr lang="pl-PL"/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7801F0-0BD9-4E63-F568-FB543621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(S3) Design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5705C29-0D94-6D7C-4C6A-62BDC81EE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err="1">
                <a:ea typeface="+mj-lt"/>
                <a:cs typeface="+mj-lt"/>
              </a:rPr>
              <a:t>Logical</a:t>
            </a:r>
            <a:r>
              <a:rPr lang="pl-PL">
                <a:ea typeface="+mj-lt"/>
                <a:cs typeface="+mj-lt"/>
              </a:rPr>
              <a:t> Software Architecture</a:t>
            </a:r>
          </a:p>
          <a:p>
            <a:r>
              <a:rPr lang="pl-PL">
                <a:ea typeface="+mj-lt"/>
                <a:cs typeface="+mj-lt"/>
              </a:rPr>
              <a:t>Business </a:t>
            </a:r>
            <a:r>
              <a:rPr lang="pl-PL" err="1">
                <a:ea typeface="+mj-lt"/>
                <a:cs typeface="+mj-lt"/>
              </a:rPr>
              <a:t>Logic</a:t>
            </a:r>
            <a:r>
              <a:rPr lang="pl-PL">
                <a:ea typeface="+mj-lt"/>
                <a:cs typeface="+mj-lt"/>
              </a:rPr>
              <a:t> Model</a:t>
            </a:r>
          </a:p>
          <a:p>
            <a:pPr lvl="1"/>
            <a:r>
              <a:rPr lang="pl-PL" err="1">
                <a:ea typeface="+mn-lt"/>
                <a:cs typeface="+mn-lt"/>
              </a:rPr>
              <a:t>Behavioural</a:t>
            </a:r>
            <a:r>
              <a:rPr lang="pl-PL">
                <a:ea typeface="+mn-lt"/>
                <a:cs typeface="+mn-lt"/>
              </a:rPr>
              <a:t> Model </a:t>
            </a:r>
          </a:p>
          <a:p>
            <a:pPr lvl="1"/>
            <a:r>
              <a:rPr lang="pl-PL" err="1">
                <a:ea typeface="+mn-lt"/>
                <a:cs typeface="+mn-lt"/>
              </a:rPr>
              <a:t>Structural</a:t>
            </a:r>
            <a:r>
              <a:rPr lang="pl-PL">
                <a:ea typeface="+mn-lt"/>
                <a:cs typeface="+mn-lt"/>
              </a:rPr>
              <a:t> Model </a:t>
            </a:r>
            <a:endParaRPr lang="pl-PL">
              <a:ea typeface="+mj-lt"/>
              <a:cs typeface="+mj-lt"/>
            </a:endParaRPr>
          </a:p>
          <a:p>
            <a:r>
              <a:rPr lang="pl-PL">
                <a:ea typeface="+mj-lt"/>
                <a:cs typeface="+mj-lt"/>
              </a:rPr>
              <a:t> Database Model</a:t>
            </a:r>
          </a:p>
          <a:p>
            <a:pPr lvl="1"/>
            <a:r>
              <a:rPr lang="pl-PL" err="1">
                <a:ea typeface="+mn-lt"/>
                <a:cs typeface="+mn-lt"/>
              </a:rPr>
              <a:t>Conceptual</a:t>
            </a:r>
            <a:r>
              <a:rPr lang="pl-PL">
                <a:ea typeface="+mn-lt"/>
                <a:cs typeface="+mn-lt"/>
              </a:rPr>
              <a:t> Model</a:t>
            </a:r>
          </a:p>
          <a:p>
            <a:pPr lvl="1"/>
            <a:r>
              <a:rPr lang="pl-PL" err="1">
                <a:ea typeface="+mn-lt"/>
                <a:cs typeface="+mn-lt"/>
              </a:rPr>
              <a:t>Physical</a:t>
            </a:r>
            <a:r>
              <a:rPr lang="pl-PL">
                <a:ea typeface="+mn-lt"/>
                <a:cs typeface="+mn-lt"/>
              </a:rPr>
              <a:t> Model  </a:t>
            </a:r>
            <a:endParaRPr lang="pl-PL">
              <a:ea typeface="+mj-lt"/>
              <a:cs typeface="+mj-lt"/>
            </a:endParaRPr>
          </a:p>
          <a:p>
            <a:r>
              <a:rPr lang="pl-PL"/>
              <a:t>User Interface Design</a:t>
            </a:r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7913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5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9B3AD46-4829-32A2-608D-6355B222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090" y="758952"/>
            <a:ext cx="2802194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400">
                <a:solidFill>
                  <a:srgbClr val="FFFFFF"/>
                </a:solidFill>
              </a:rPr>
              <a:t>Logical Software Architecture </a:t>
            </a:r>
          </a:p>
        </p:txBody>
      </p:sp>
      <p:sp useBgFill="1">
        <p:nvSpPr>
          <p:cNvPr id="38" name="Rectangle 31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C88D8ED9-8DA6-BA17-A522-B31C2AC26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228" y="1106808"/>
            <a:ext cx="7027116" cy="463789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35C11-1A7E-6E57-1850-AB683872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F846A1C-9835-8FCA-951A-EC635C47C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br>
              <a:rPr lang="en-US" sz="1800">
                <a:solidFill>
                  <a:srgbClr val="FFFFFF"/>
                </a:solidFill>
              </a:rPr>
            </a:b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Business Logic Model – Sequence Diagram</a:t>
            </a:r>
            <a:br>
              <a:rPr lang="en-US" sz="1800">
                <a:solidFill>
                  <a:srgbClr val="FFFFFF"/>
                </a:solidFill>
              </a:rPr>
            </a:b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system&#10;&#10;AI-generated content may be incorrect.">
            <a:extLst>
              <a:ext uri="{FF2B5EF4-FFF2-40B4-BE49-F238E27FC236}">
                <a16:creationId xmlns:a16="http://schemas.microsoft.com/office/drawing/2014/main" id="{9D9F5E29-1C58-F1C1-A0AD-F2F6A97FAD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543" y="120536"/>
            <a:ext cx="9755558" cy="485278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12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5283E-AE5B-3C0B-5A4C-5F45D3EC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090" y="758952"/>
            <a:ext cx="3703715" cy="421336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Business Logic Model</a:t>
            </a:r>
            <a:br>
              <a:rPr lang="en-US" sz="2000">
                <a:solidFill>
                  <a:srgbClr val="FFFFFF"/>
                </a:solidFill>
              </a:rPr>
            </a:br>
            <a:br>
              <a:rPr lang="en-US" sz="2000">
                <a:solidFill>
                  <a:srgbClr val="FFFFFF"/>
                </a:solidFill>
              </a:rPr>
            </a:br>
            <a:br>
              <a:rPr lang="en-US" sz="2000"/>
            </a:br>
            <a:br>
              <a:rPr lang="en-US" sz="2000"/>
            </a:br>
            <a:r>
              <a:rPr lang="en-US" sz="2800">
                <a:solidFill>
                  <a:srgbClr val="FFFFFF"/>
                </a:solidFill>
              </a:rPr>
              <a:t>Import and </a:t>
            </a:r>
            <a:r>
              <a:rPr lang="en-US" sz="2800" err="1">
                <a:solidFill>
                  <a:srgbClr val="FFFFFF"/>
                </a:solidFill>
              </a:rPr>
              <a:t>Proccess</a:t>
            </a:r>
            <a:r>
              <a:rPr lang="en-US" sz="2800">
                <a:solidFill>
                  <a:srgbClr val="FFFFFF"/>
                </a:solidFill>
              </a:rPr>
              <a:t> Transaction Log:</a:t>
            </a:r>
            <a:r>
              <a:rPr lang="en-US" sz="3400">
                <a:solidFill>
                  <a:srgbClr val="FFFFFF"/>
                </a:solidFill>
              </a:rPr>
              <a:t> </a:t>
            </a:r>
            <a:br>
              <a:rPr lang="en-US" sz="3400">
                <a:solidFill>
                  <a:srgbClr val="FFFFFF"/>
                </a:solidFill>
              </a:rPr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br>
              <a:rPr lang="en-US" sz="3400"/>
            </a:br>
            <a:r>
              <a:rPr lang="en-US" sz="3200">
                <a:solidFill>
                  <a:srgbClr val="FFFFFF"/>
                </a:solidFill>
              </a:rPr>
              <a:t>Activity Diagram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business process&#10;&#10;AI-generated content may be incorrect.">
            <a:extLst>
              <a:ext uri="{FF2B5EF4-FFF2-40B4-BE49-F238E27FC236}">
                <a16:creationId xmlns:a16="http://schemas.microsoft.com/office/drawing/2014/main" id="{4E8A1B3B-AF3E-C3C3-1A75-C3B10CC2F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601" y="4457"/>
            <a:ext cx="4764236" cy="68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4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D648D-355D-C435-4CCB-5EDBE2CC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AF8BF-2AA1-1CC4-8D70-AE0D3FD0C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583" y="758952"/>
            <a:ext cx="3574926" cy="396652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br>
              <a:rPr lang="en-US" sz="2100"/>
            </a:br>
            <a:r>
              <a:rPr lang="en-US" sz="2100">
                <a:solidFill>
                  <a:srgbClr val="FFFFFF"/>
                </a:solidFill>
              </a:rPr>
              <a:t>Business Logic Model</a:t>
            </a: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r>
              <a:rPr lang="en-US" sz="2100">
                <a:solidFill>
                  <a:srgbClr val="FFFFFF"/>
                </a:solidFill>
              </a:rPr>
              <a:t>Import and </a:t>
            </a:r>
            <a:r>
              <a:rPr lang="en-US" sz="2100" err="1">
                <a:solidFill>
                  <a:srgbClr val="FFFFFF"/>
                </a:solidFill>
              </a:rPr>
              <a:t>Proccess</a:t>
            </a:r>
            <a:r>
              <a:rPr lang="en-US" sz="2100">
                <a:solidFill>
                  <a:srgbClr val="FFFFFF"/>
                </a:solidFill>
              </a:rPr>
              <a:t> Transaction Log: </a:t>
            </a: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r>
              <a:rPr lang="en-US" sz="3200">
                <a:solidFill>
                  <a:srgbClr val="FFFFFF"/>
                </a:solidFill>
              </a:rPr>
              <a:t>Sequence Diagram</a:t>
            </a:r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diagram&#10;&#10;AI-generated content may be incorrect.">
            <a:extLst>
              <a:ext uri="{FF2B5EF4-FFF2-40B4-BE49-F238E27FC236}">
                <a16:creationId xmlns:a16="http://schemas.microsoft.com/office/drawing/2014/main" id="{0D102500-E52C-CA36-9655-7412484A1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068" y="1561904"/>
            <a:ext cx="7559963" cy="373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0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349AD-2C78-0972-FDFE-E44B4F38D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FCDE78A-F5DB-9BDE-951D-CAF5EC72F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DFCE63-5D81-4F17-7DFE-14046707B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06F254-10F3-929B-08AD-F98912063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B1480-2933-775A-578A-6BE99823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583" y="758952"/>
            <a:ext cx="3864701" cy="392359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br>
              <a:rPr lang="en-US" sz="2100"/>
            </a:br>
            <a:r>
              <a:rPr lang="en-US" sz="2100">
                <a:solidFill>
                  <a:srgbClr val="FFFFFF"/>
                </a:solidFill>
              </a:rPr>
              <a:t>Business Logic Model</a:t>
            </a: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r>
              <a:rPr lang="en-US" sz="2100">
                <a:solidFill>
                  <a:srgbClr val="FFFFFF"/>
                </a:solidFill>
              </a:rPr>
              <a:t>General Financial Report: </a:t>
            </a: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r>
              <a:rPr lang="en-US" sz="3200">
                <a:solidFill>
                  <a:srgbClr val="FFFFFF"/>
                </a:solidFill>
              </a:rPr>
              <a:t>Activity Diagram</a:t>
            </a:r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550BBA5-28A8-D094-CDB6-C9A1EE112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D449E5-8111-77CB-947B-DAFC0AA40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diagram of a data flow&#10;&#10;AI-generated content may be incorrect.">
            <a:extLst>
              <a:ext uri="{FF2B5EF4-FFF2-40B4-BE49-F238E27FC236}">
                <a16:creationId xmlns:a16="http://schemas.microsoft.com/office/drawing/2014/main" id="{F0D05CBB-4071-EB87-C0D4-2A29837E1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962" y="-6927"/>
            <a:ext cx="6229723" cy="648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5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16F96-5E2A-B515-EB91-3EDDA8EB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1A14471-020A-F0DD-2299-A50FB390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1CA2EE-7E3E-9E1F-7250-30CE969EA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9B3431-0282-D4FD-4DE9-ABF31A7E1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00B92-C629-19A4-5B88-1A6A04BB4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316" y="758952"/>
            <a:ext cx="3574925" cy="396652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br>
              <a:rPr lang="en-US" sz="2100"/>
            </a:br>
            <a:r>
              <a:rPr lang="en-US" sz="2100">
                <a:solidFill>
                  <a:srgbClr val="FFFFFF"/>
                </a:solidFill>
              </a:rPr>
              <a:t>Business Logic Model</a:t>
            </a: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r>
              <a:rPr lang="en-US" sz="2300">
                <a:solidFill>
                  <a:srgbClr val="FFFFFF"/>
                </a:solidFill>
              </a:rPr>
              <a:t>General Financial Report:</a:t>
            </a:r>
            <a:r>
              <a:rPr lang="en-US" sz="2100">
                <a:solidFill>
                  <a:srgbClr val="FFFFFF"/>
                </a:solidFill>
              </a:rPr>
              <a:t> </a:t>
            </a: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br>
              <a:rPr lang="en-US" sz="2100"/>
            </a:br>
            <a:r>
              <a:rPr lang="en-US" sz="3200">
                <a:solidFill>
                  <a:srgbClr val="FFFFFF"/>
                </a:solidFill>
              </a:rPr>
              <a:t>Sequence Diagram</a:t>
            </a:r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7FA75C7-77FA-D633-CB7D-1BE919B14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DC3E6A-CFEE-2283-DCB6-9AAA6B4F0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1ADA96-186C-82C5-3859-BF539B5B9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45"/>
          <a:stretch>
            <a:fillRect/>
          </a:stretch>
        </p:blipFill>
        <p:spPr>
          <a:xfrm>
            <a:off x="456122" y="755073"/>
            <a:ext cx="7560877" cy="502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7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431B5-90DD-325D-52DC-B70FC1C00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7C7337-D651-4D15-1F26-C32E056AC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690425" cy="1363344"/>
          </a:xfrm>
        </p:spPr>
        <p:txBody>
          <a:bodyPr>
            <a:normAutofit/>
          </a:bodyPr>
          <a:lstStyle/>
          <a:p>
            <a:br>
              <a:rPr lang="pl-PL" sz="1800">
                <a:ea typeface="+mj-lt"/>
                <a:cs typeface="+mj-lt"/>
              </a:rPr>
            </a:br>
            <a:br>
              <a:rPr lang="pl-PL" sz="1800">
                <a:ea typeface="+mj-lt"/>
                <a:cs typeface="+mj-lt"/>
              </a:rPr>
            </a:br>
            <a:r>
              <a:rPr lang="pl-PL" sz="1800">
                <a:ea typeface="+mj-lt"/>
                <a:cs typeface="+mj-lt"/>
              </a:rPr>
              <a:t>Business </a:t>
            </a:r>
            <a:r>
              <a:rPr lang="pl-PL" sz="1800" err="1">
                <a:ea typeface="+mj-lt"/>
                <a:cs typeface="+mj-lt"/>
              </a:rPr>
              <a:t>Logic</a:t>
            </a:r>
            <a:r>
              <a:rPr lang="pl-PL" sz="1800">
                <a:ea typeface="+mj-lt"/>
                <a:cs typeface="+mj-lt"/>
              </a:rPr>
              <a:t> Model – </a:t>
            </a:r>
            <a:r>
              <a:rPr lang="pl-PL" sz="1800" err="1">
                <a:ea typeface="+mj-lt"/>
                <a:cs typeface="+mj-lt"/>
              </a:rPr>
              <a:t>Structural</a:t>
            </a:r>
            <a:r>
              <a:rPr lang="pl-PL" sz="1800">
                <a:ea typeface="+mj-lt"/>
                <a:cs typeface="+mj-lt"/>
              </a:rPr>
              <a:t> Model</a:t>
            </a:r>
            <a:br>
              <a:rPr lang="pl-PL" sz="1800"/>
            </a:br>
            <a:endParaRPr lang="pl-PL" sz="18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85655B-87A4-C462-D4CC-255FADAE3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31" y="2325157"/>
            <a:ext cx="3690425" cy="38549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 sz="1600">
                <a:ea typeface="+mn-lt"/>
                <a:cs typeface="+mn-lt"/>
              </a:rPr>
              <a:t>Class Diagram</a:t>
            </a:r>
          </a:p>
          <a:p>
            <a:endParaRPr lang="pl-PL" sz="160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41FC5F0-0A07-154B-101A-33ADEB59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551" y="1859859"/>
            <a:ext cx="8352131" cy="396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03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A787D8B-8944-AAF5-31AD-904E7CAF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>
                <a:solidFill>
                  <a:srgbClr val="FFFFFF"/>
                </a:solidFill>
              </a:rPr>
              <a:t>Business Logic Model – Structural Model</a:t>
            </a:r>
            <a:br>
              <a:rPr lang="en-US" sz="3800">
                <a:solidFill>
                  <a:srgbClr val="FFFFFF"/>
                </a:solidFill>
              </a:rPr>
            </a:br>
            <a:endParaRPr lang="en-US" sz="380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26D624-A153-ECB9-EAC0-D009A8BE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182" y="6229349"/>
            <a:ext cx="9747821" cy="53657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BFBFBF"/>
                </a:solidFill>
              </a:rPr>
              <a:t>Object Diagram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7877710-42DD-118B-5A9F-3F998C05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50" y="600076"/>
            <a:ext cx="9160832" cy="41910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5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525CDD-A8B2-2224-6258-67CE09F4C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br>
              <a:rPr lang="en-US" sz="220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Database Model - Conceptual Model </a:t>
            </a:r>
            <a:br>
              <a:rPr lang="en-US" sz="2200">
                <a:solidFill>
                  <a:srgbClr val="FFFFFF"/>
                </a:solidFill>
              </a:rPr>
            </a:b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E13D21-357F-2398-05DB-068786A07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182" y="6229349"/>
            <a:ext cx="9747821" cy="53657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600">
              <a:solidFill>
                <a:srgbClr val="BFBFB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61C0F77-9BE3-DB91-C834-9508980A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521" y="455523"/>
            <a:ext cx="6542957" cy="44492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33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519A0-1C9D-B07B-006F-998A441F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3665E52-3A6D-F911-27DC-0B3471F7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Database Model - Physical Model </a:t>
            </a:r>
            <a:br>
              <a:rPr lang="en-US" sz="1800">
                <a:solidFill>
                  <a:srgbClr val="FFFFFF"/>
                </a:solidFill>
              </a:rPr>
            </a:br>
            <a:br>
              <a:rPr lang="en-US" sz="1800">
                <a:solidFill>
                  <a:srgbClr val="FFFFFF"/>
                </a:solidFill>
              </a:rPr>
            </a:b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80C467EE-0BCF-7621-2FC5-7F872FCA0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6078" y="263596"/>
            <a:ext cx="7759843" cy="475290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14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77832A3-8CF3-4E64-9E6A-631FA084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8323819-A82A-6E60-F756-2AA91513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39234"/>
            <a:ext cx="9777603" cy="11525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800"/>
              <a:t>User Interface Design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0237E3-A6DF-4DE4-8C98-AB49B505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2B63B03-5B3A-30AC-FD5E-EDA34FD1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74" y="2679276"/>
            <a:ext cx="1841713" cy="3856992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0E24F6A4-6E88-1354-81A3-D399A199E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431" y="2679276"/>
            <a:ext cx="1841713" cy="3856992"/>
          </a:xfrm>
          <a:prstGeom prst="rect">
            <a:avLst/>
          </a:prstGeom>
        </p:spPr>
      </p:pic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16B9673B-83B8-5201-7A2D-907AF1579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88508" y="2679276"/>
            <a:ext cx="1841713" cy="3856992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9F0A103B-A6D1-55EE-8110-81B7609C4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2382" y="2679276"/>
            <a:ext cx="1851355" cy="385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99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331EA6-524A-8FF0-187D-5775989CB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User Interface Design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4B5B11D-FC7B-EE31-5424-A1A0DA7E7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441" y="640081"/>
            <a:ext cx="1826552" cy="3825240"/>
          </a:xfrm>
          <a:prstGeom prst="rect">
            <a:avLst/>
          </a:prstGeom>
        </p:spPr>
      </p:pic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E1980231-BED0-F1E8-7DEE-1C01615F4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5101" y="640081"/>
            <a:ext cx="3098444" cy="382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548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View</vt:lpstr>
      <vt:lpstr>Budget Analisys Project S3 </vt:lpstr>
      <vt:lpstr>(S3) Design</vt:lpstr>
      <vt:lpstr>Logical Software Architecture </vt:lpstr>
      <vt:lpstr>  Business Logic Model – Sequence Diagram </vt:lpstr>
      <vt:lpstr> Business Logic Model    Import and Proccess Transaction Log:        Activity Diagram</vt:lpstr>
      <vt:lpstr> Business Logic Model    Import and Proccess Transaction Log:        Sequence Diagram</vt:lpstr>
      <vt:lpstr> Business Logic Model    General Financial Report:        Activity Diagram</vt:lpstr>
      <vt:lpstr> Business Logic Model    General Financial Report:        Sequence Diagram</vt:lpstr>
      <vt:lpstr>  Business Logic Model – Structural Model </vt:lpstr>
      <vt:lpstr>Business Logic Model – Structural Model </vt:lpstr>
      <vt:lpstr> Database Model - Conceptual Model  </vt:lpstr>
      <vt:lpstr> Database Model - Physical Model   </vt:lpstr>
      <vt:lpstr>User Interface Design</vt:lpstr>
      <vt:lpstr>User Interface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</cp:revision>
  <dcterms:created xsi:type="dcterms:W3CDTF">2026-05-26T19:41:23Z</dcterms:created>
  <dcterms:modified xsi:type="dcterms:W3CDTF">2026-05-26T23:31:29Z</dcterms:modified>
</cp:coreProperties>
</file>